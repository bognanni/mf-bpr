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  <p:sldId id="262" r:id="rId6"/>
    <p:sldId id="266" r:id="rId7"/>
    <p:sldId id="267" r:id="rId8"/>
    <p:sldId id="270" r:id="rId9"/>
    <p:sldId id="275" r:id="rId10"/>
    <p:sldId id="271" r:id="rId11"/>
    <p:sldId id="276" r:id="rId12"/>
    <p:sldId id="263" r:id="rId13"/>
    <p:sldId id="265" r:id="rId14"/>
    <p:sldId id="268" r:id="rId15"/>
    <p:sldId id="269" r:id="rId16"/>
    <p:sldId id="277" r:id="rId17"/>
    <p:sldId id="278" r:id="rId18"/>
    <p:sldId id="280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1"/>
              <a:t>Training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Rust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Foglio1!$B$2</c:f>
              <c:numCache>
                <c:formatCode>General</c:formatCode>
                <c:ptCount val="1"/>
                <c:pt idx="0">
                  <c:v>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DC-459A-9AB2-F02A9BFAB540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Foglio1!$C$2</c:f>
              <c:numCache>
                <c:formatCode>General</c:formatCode>
                <c:ptCount val="1"/>
                <c:pt idx="0">
                  <c:v>3.42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DC-459A-9AB2-F02A9BFAB5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67461343"/>
        <c:axId val="1367459903"/>
      </c:barChart>
      <c:catAx>
        <c:axId val="136746134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67459903"/>
        <c:crosses val="autoZero"/>
        <c:auto val="1"/>
        <c:lblAlgn val="ctr"/>
        <c:lblOffset val="100"/>
        <c:noMultiLvlLbl val="0"/>
      </c:catAx>
      <c:valAx>
        <c:axId val="136745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1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67461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1"/>
              <a:t>Hit</a:t>
            </a:r>
            <a:r>
              <a:rPr lang="en-US" baseline="0" noProof="1"/>
              <a:t> ratio</a:t>
            </a:r>
            <a:endParaRPr lang="en-US" noProof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Rust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Foglio1!$B$2</c:f>
              <c:numCache>
                <c:formatCode>General</c:formatCode>
                <c:ptCount val="1"/>
                <c:pt idx="0">
                  <c:v>5.09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EE-454C-B95C-5066E725B930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Foglio1!$C$2</c:f>
              <c:numCache>
                <c:formatCode>General</c:formatCode>
                <c:ptCount val="1"/>
                <c:pt idx="0">
                  <c:v>5.91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EE-454C-B95C-5066E725B930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Rust with py model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Foglio1!$D$2</c:f>
              <c:numCache>
                <c:formatCode>General</c:formatCode>
                <c:ptCount val="1"/>
                <c:pt idx="0">
                  <c:v>5.91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EE-454C-B95C-5066E725B9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67461343"/>
        <c:axId val="1367459903"/>
      </c:barChart>
      <c:catAx>
        <c:axId val="136746134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67459903"/>
        <c:crosses val="autoZero"/>
        <c:auto val="1"/>
        <c:lblAlgn val="ctr"/>
        <c:lblOffset val="100"/>
        <c:noMultiLvlLbl val="0"/>
      </c:catAx>
      <c:valAx>
        <c:axId val="136745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1"/>
                  <a:t>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67461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1"/>
              <a:t>Inference</a:t>
            </a:r>
            <a:r>
              <a:rPr lang="en-US" baseline="0" noProof="1"/>
              <a:t> time</a:t>
            </a:r>
            <a:endParaRPr lang="en-US" noProof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Average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0.20910000000000001</c:v>
                </c:pt>
                <c:pt idx="1">
                  <c:v>0.19650000000000001</c:v>
                </c:pt>
                <c:pt idx="2">
                  <c:v>0.24629999999999999</c:v>
                </c:pt>
                <c:pt idx="3">
                  <c:v>0.2591</c:v>
                </c:pt>
                <c:pt idx="4">
                  <c:v>0.314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B6-4B8B-9742-033EE8B0A4D4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Rust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Average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0.1613</c:v>
                </c:pt>
                <c:pt idx="1">
                  <c:v>0.1489</c:v>
                </c:pt>
                <c:pt idx="2">
                  <c:v>0.1915</c:v>
                </c:pt>
                <c:pt idx="3">
                  <c:v>0.20699999999999999</c:v>
                </c:pt>
                <c:pt idx="4">
                  <c:v>0.22939999999999999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B6-4B8B-9742-033EE8B0A4D4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Rust with py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Average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3.6700000000000003E-2</c:v>
                </c:pt>
                <c:pt idx="1">
                  <c:v>3.15E-2</c:v>
                </c:pt>
                <c:pt idx="2">
                  <c:v>4.5199999999999997E-2</c:v>
                </c:pt>
                <c:pt idx="3">
                  <c:v>5.9499999999999997E-2</c:v>
                </c:pt>
                <c:pt idx="4">
                  <c:v>0.1376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B6-4B8B-9742-033EE8B0A4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54875968"/>
        <c:axId val="1454884608"/>
      </c:barChart>
      <c:catAx>
        <c:axId val="1454875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54884608"/>
        <c:crosses val="autoZero"/>
        <c:auto val="1"/>
        <c:lblAlgn val="ctr"/>
        <c:lblOffset val="100"/>
        <c:noMultiLvlLbl val="0"/>
      </c:catAx>
      <c:valAx>
        <c:axId val="1454884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1"/>
                  <a:t>Time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54875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1"/>
              <a:t>Training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Rust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Foglio1!$B$2</c:f>
              <c:numCache>
                <c:formatCode>General</c:formatCode>
                <c:ptCount val="1"/>
                <c:pt idx="0">
                  <c:v>49.24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DC-459A-9AB2-F02A9BFAB540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Foglio1!$C$2</c:f>
              <c:numCache>
                <c:formatCode>General</c:formatCode>
                <c:ptCount val="1"/>
                <c:pt idx="0">
                  <c:v>31.37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DC-459A-9AB2-F02A9BFAB5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67461343"/>
        <c:axId val="1367459903"/>
      </c:barChart>
      <c:catAx>
        <c:axId val="136746134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67459903"/>
        <c:crosses val="autoZero"/>
        <c:auto val="1"/>
        <c:lblAlgn val="ctr"/>
        <c:lblOffset val="100"/>
        <c:noMultiLvlLbl val="0"/>
      </c:catAx>
      <c:valAx>
        <c:axId val="136745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1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67461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1"/>
              <a:t>Hit Ratio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Rust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Foglio1!$B$2</c:f>
              <c:numCache>
                <c:formatCode>General</c:formatCode>
                <c:ptCount val="1"/>
                <c:pt idx="0">
                  <c:v>7.72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EE-454C-B95C-5066E725B930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Foglio1!$C$2</c:f>
              <c:numCache>
                <c:formatCode>General</c:formatCode>
                <c:ptCount val="1"/>
                <c:pt idx="0">
                  <c:v>7.01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EE-454C-B95C-5066E725B930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Rust with py model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Foglio1!$D$2</c:f>
              <c:numCache>
                <c:formatCode>General</c:formatCode>
                <c:ptCount val="1"/>
                <c:pt idx="0">
                  <c:v>7.01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EE-454C-B95C-5066E725B9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67461343"/>
        <c:axId val="1367459903"/>
      </c:barChart>
      <c:catAx>
        <c:axId val="136746134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67459903"/>
        <c:crosses val="autoZero"/>
        <c:auto val="1"/>
        <c:lblAlgn val="ctr"/>
        <c:lblOffset val="100"/>
        <c:noMultiLvlLbl val="0"/>
      </c:catAx>
      <c:valAx>
        <c:axId val="136745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1"/>
                  <a:t>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67461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1"/>
              <a:t>Inference</a:t>
            </a:r>
            <a:r>
              <a:rPr lang="en-US" baseline="0" noProof="1"/>
              <a:t> time</a:t>
            </a:r>
            <a:endParaRPr lang="en-US" noProof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Average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0.1565</c:v>
                </c:pt>
                <c:pt idx="1">
                  <c:v>0.154</c:v>
                </c:pt>
                <c:pt idx="2">
                  <c:v>0.16300000000000001</c:v>
                </c:pt>
                <c:pt idx="3">
                  <c:v>0.17319999999999999</c:v>
                </c:pt>
                <c:pt idx="4">
                  <c:v>0.19919999999999999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B6-4B8B-9742-033EE8B0A4D4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Rust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Average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0.1002</c:v>
                </c:pt>
                <c:pt idx="1">
                  <c:v>9.35E-2</c:v>
                </c:pt>
                <c:pt idx="2">
                  <c:v>0.1177</c:v>
                </c:pt>
                <c:pt idx="3">
                  <c:v>0.1288</c:v>
                </c:pt>
                <c:pt idx="4">
                  <c:v>0.1777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B6-4B8B-9742-033EE8B0A4D4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Rust with py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Average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2.7799999999999998E-2</c:v>
                </c:pt>
                <c:pt idx="1">
                  <c:v>2.3300000000000001E-2</c:v>
                </c:pt>
                <c:pt idx="2">
                  <c:v>3.8899999999999997E-2</c:v>
                </c:pt>
                <c:pt idx="3">
                  <c:v>5.5500000000000001E-2</c:v>
                </c:pt>
                <c:pt idx="4">
                  <c:v>0.14069999999999999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B6-4B8B-9742-033EE8B0A4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54875968"/>
        <c:axId val="1454884608"/>
      </c:barChart>
      <c:catAx>
        <c:axId val="1454875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54884608"/>
        <c:crosses val="autoZero"/>
        <c:auto val="1"/>
        <c:lblAlgn val="ctr"/>
        <c:lblOffset val="100"/>
        <c:noMultiLvlLbl val="0"/>
      </c:catAx>
      <c:valAx>
        <c:axId val="1454884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1"/>
                  <a:t>Time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54875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Inference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2000</c:v>
                </c:pt>
                <c:pt idx="4">
                  <c:v>3000</c:v>
                </c:pt>
                <c:pt idx="5">
                  <c:v>4000</c:v>
                </c:pt>
                <c:pt idx="6">
                  <c:v>5000</c:v>
                </c:pt>
                <c:pt idx="7">
                  <c:v>7500</c:v>
                </c:pt>
                <c:pt idx="8">
                  <c:v>10000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1.08</c:v>
                </c:pt>
                <c:pt idx="1">
                  <c:v>1.37</c:v>
                </c:pt>
                <c:pt idx="2">
                  <c:v>1.73</c:v>
                </c:pt>
                <c:pt idx="3">
                  <c:v>2.59</c:v>
                </c:pt>
                <c:pt idx="4">
                  <c:v>4.5999999999999996</c:v>
                </c:pt>
                <c:pt idx="5">
                  <c:v>5.34</c:v>
                </c:pt>
                <c:pt idx="6">
                  <c:v>4.83</c:v>
                </c:pt>
                <c:pt idx="7">
                  <c:v>7.5</c:v>
                </c:pt>
                <c:pt idx="8">
                  <c:v>810.26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E0-4FC6-ADC9-15325BE832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p50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2000</c:v>
                </c:pt>
                <c:pt idx="4">
                  <c:v>3000</c:v>
                </c:pt>
                <c:pt idx="5">
                  <c:v>4000</c:v>
                </c:pt>
                <c:pt idx="6">
                  <c:v>5000</c:v>
                </c:pt>
                <c:pt idx="7">
                  <c:v>7500</c:v>
                </c:pt>
                <c:pt idx="8">
                  <c:v>10000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1.22</c:v>
                </c:pt>
                <c:pt idx="2">
                  <c:v>1.69</c:v>
                </c:pt>
                <c:pt idx="3">
                  <c:v>2.46</c:v>
                </c:pt>
                <c:pt idx="4">
                  <c:v>4.0599999999999996</c:v>
                </c:pt>
                <c:pt idx="5">
                  <c:v>4.74</c:v>
                </c:pt>
                <c:pt idx="6">
                  <c:v>4.58</c:v>
                </c:pt>
                <c:pt idx="7">
                  <c:v>6.78</c:v>
                </c:pt>
                <c:pt idx="8">
                  <c:v>856.32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E0-4FC6-ADC9-15325BE832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p90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2000</c:v>
                </c:pt>
                <c:pt idx="4">
                  <c:v>3000</c:v>
                </c:pt>
                <c:pt idx="5">
                  <c:v>4000</c:v>
                </c:pt>
                <c:pt idx="6">
                  <c:v>5000</c:v>
                </c:pt>
                <c:pt idx="7">
                  <c:v>7500</c:v>
                </c:pt>
                <c:pt idx="8">
                  <c:v>10000</c:v>
                </c:pt>
              </c:numCache>
            </c:num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1.44</c:v>
                </c:pt>
                <c:pt idx="1">
                  <c:v>1.96</c:v>
                </c:pt>
                <c:pt idx="2">
                  <c:v>2.61</c:v>
                </c:pt>
                <c:pt idx="3">
                  <c:v>3.95</c:v>
                </c:pt>
                <c:pt idx="4">
                  <c:v>7.69</c:v>
                </c:pt>
                <c:pt idx="5">
                  <c:v>9.74</c:v>
                </c:pt>
                <c:pt idx="6">
                  <c:v>8.2200000000000006</c:v>
                </c:pt>
                <c:pt idx="7">
                  <c:v>12.69</c:v>
                </c:pt>
                <c:pt idx="8">
                  <c:v>1472.05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E0-4FC6-ADC9-15325BE832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p95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2000</c:v>
                </c:pt>
                <c:pt idx="4">
                  <c:v>3000</c:v>
                </c:pt>
                <c:pt idx="5">
                  <c:v>4000</c:v>
                </c:pt>
                <c:pt idx="6">
                  <c:v>5000</c:v>
                </c:pt>
                <c:pt idx="7">
                  <c:v>7500</c:v>
                </c:pt>
                <c:pt idx="8">
                  <c:v>10000</c:v>
                </c:pt>
              </c:numCache>
            </c:num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1.65</c:v>
                </c:pt>
                <c:pt idx="1">
                  <c:v>2.11</c:v>
                </c:pt>
                <c:pt idx="2">
                  <c:v>2.95</c:v>
                </c:pt>
                <c:pt idx="3">
                  <c:v>4.92</c:v>
                </c:pt>
                <c:pt idx="4">
                  <c:v>9.92</c:v>
                </c:pt>
                <c:pt idx="5">
                  <c:v>11.67</c:v>
                </c:pt>
                <c:pt idx="6">
                  <c:v>9.68</c:v>
                </c:pt>
                <c:pt idx="7">
                  <c:v>15.59</c:v>
                </c:pt>
                <c:pt idx="8">
                  <c:v>1716.07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5E0-4FC6-ADC9-15325BE832F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p99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2000</c:v>
                </c:pt>
                <c:pt idx="4">
                  <c:v>3000</c:v>
                </c:pt>
                <c:pt idx="5">
                  <c:v>4000</c:v>
                </c:pt>
                <c:pt idx="6">
                  <c:v>5000</c:v>
                </c:pt>
                <c:pt idx="7">
                  <c:v>7500</c:v>
                </c:pt>
                <c:pt idx="8">
                  <c:v>10000</c:v>
                </c:pt>
              </c:numCache>
            </c:num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1.83</c:v>
                </c:pt>
                <c:pt idx="1">
                  <c:v>2.52</c:v>
                </c:pt>
                <c:pt idx="2">
                  <c:v>3.53</c:v>
                </c:pt>
                <c:pt idx="3">
                  <c:v>6.48</c:v>
                </c:pt>
                <c:pt idx="4">
                  <c:v>15.07</c:v>
                </c:pt>
                <c:pt idx="5">
                  <c:v>15.19</c:v>
                </c:pt>
                <c:pt idx="6">
                  <c:v>12.16</c:v>
                </c:pt>
                <c:pt idx="7">
                  <c:v>25.2</c:v>
                </c:pt>
                <c:pt idx="8">
                  <c:v>1938.86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5E0-4FC6-ADC9-15325BE832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4021935"/>
        <c:axId val="1094034415"/>
      </c:lineChart>
      <c:catAx>
        <c:axId val="10940219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RPS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4034415"/>
        <c:crosses val="autoZero"/>
        <c:auto val="1"/>
        <c:lblAlgn val="ctr"/>
        <c:lblOffset val="100"/>
        <c:noMultiLvlLbl val="0"/>
      </c:catAx>
      <c:valAx>
        <c:axId val="1094034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dirty="0"/>
                  <a:t>Time</a:t>
                </a:r>
                <a:r>
                  <a:rPr lang="it-IT" baseline="0" dirty="0"/>
                  <a:t> (</a:t>
                </a:r>
                <a:r>
                  <a:rPr lang="it-IT" baseline="0" dirty="0" err="1"/>
                  <a:t>ms</a:t>
                </a:r>
                <a:r>
                  <a:rPr lang="it-IT" baseline="0" dirty="0"/>
                  <a:t>)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402193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09E374-206C-4D68-8521-018955CF105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092DB2D-E0B3-4F3A-B287-B493E83C5867}">
      <dgm:prSet/>
      <dgm:spPr/>
      <dgm:t>
        <a:bodyPr/>
        <a:lstStyle/>
        <a:p>
          <a:r>
            <a:rPr lang="en-US" b="1" i="0" baseline="0" noProof="1"/>
            <a:t>Algorithm:</a:t>
          </a:r>
          <a:r>
            <a:rPr lang="en-US" b="0" i="0" baseline="0" noProof="1"/>
            <a:t> Matrix Factorization (MF) with Bayesian Personalized Ranking (BPR).</a:t>
          </a:r>
          <a:endParaRPr lang="en-US" noProof="1"/>
        </a:p>
      </dgm:t>
    </dgm:pt>
    <dgm:pt modelId="{33FD1408-D661-4F8E-A00A-FF2A78F8A571}" type="parTrans" cxnId="{8BB2C509-2654-4319-8F5D-F14B782D2BC0}">
      <dgm:prSet/>
      <dgm:spPr/>
      <dgm:t>
        <a:bodyPr/>
        <a:lstStyle/>
        <a:p>
          <a:endParaRPr lang="en-US"/>
        </a:p>
      </dgm:t>
    </dgm:pt>
    <dgm:pt modelId="{460019A7-FD89-4C9E-9E97-F0281B5EDCA3}" type="sibTrans" cxnId="{8BB2C509-2654-4319-8F5D-F14B782D2BC0}">
      <dgm:prSet/>
      <dgm:spPr/>
      <dgm:t>
        <a:bodyPr/>
        <a:lstStyle/>
        <a:p>
          <a:endParaRPr lang="en-US"/>
        </a:p>
      </dgm:t>
    </dgm:pt>
    <dgm:pt modelId="{C65FD3BE-0E97-46AD-A7D9-97734FCF8171}">
      <dgm:prSet/>
      <dgm:spPr/>
      <dgm:t>
        <a:bodyPr/>
        <a:lstStyle/>
        <a:p>
          <a:r>
            <a:rPr lang="en-US" b="1" i="0" baseline="0" noProof="1"/>
            <a:t>Goal:</a:t>
          </a:r>
          <a:r>
            <a:rPr lang="en-US" b="0" i="0" baseline="0" noProof="1"/>
            <a:t> Optimize latent factors to rank observed items (positives) higher than unobserved ones (negatives).</a:t>
          </a:r>
          <a:endParaRPr lang="en-US" noProof="1"/>
        </a:p>
      </dgm:t>
    </dgm:pt>
    <dgm:pt modelId="{96DEDE92-6E62-4A09-B217-D03159D00D44}" type="parTrans" cxnId="{765ADB38-990F-414E-94A4-369B909382F9}">
      <dgm:prSet/>
      <dgm:spPr/>
      <dgm:t>
        <a:bodyPr/>
        <a:lstStyle/>
        <a:p>
          <a:endParaRPr lang="en-US"/>
        </a:p>
      </dgm:t>
    </dgm:pt>
    <dgm:pt modelId="{FCB87E10-65D1-41F3-B790-A1E650A2EAA1}" type="sibTrans" cxnId="{765ADB38-990F-414E-94A4-369B909382F9}">
      <dgm:prSet/>
      <dgm:spPr/>
      <dgm:t>
        <a:bodyPr/>
        <a:lstStyle/>
        <a:p>
          <a:endParaRPr lang="en-US"/>
        </a:p>
      </dgm:t>
    </dgm:pt>
    <dgm:pt modelId="{40E131D3-5A56-46B6-92A8-ADBC3C0B42FC}">
      <dgm:prSet/>
      <dgm:spPr/>
      <dgm:t>
        <a:bodyPr/>
        <a:lstStyle/>
        <a:p>
          <a:r>
            <a:rPr lang="en-US" b="1" i="0" baseline="0" noProof="1"/>
            <a:t>Framework:</a:t>
          </a:r>
          <a:r>
            <a:rPr lang="en-US" b="0" i="0" baseline="0" noProof="1"/>
            <a:t> PyTorch.</a:t>
          </a:r>
          <a:endParaRPr lang="en-US" noProof="1"/>
        </a:p>
      </dgm:t>
    </dgm:pt>
    <dgm:pt modelId="{76C021EC-ECB8-49D5-95EB-C03CA353262F}" type="parTrans" cxnId="{95A8B590-863F-4457-AB18-9028BED68D2C}">
      <dgm:prSet/>
      <dgm:spPr/>
      <dgm:t>
        <a:bodyPr/>
        <a:lstStyle/>
        <a:p>
          <a:endParaRPr lang="en-US"/>
        </a:p>
      </dgm:t>
    </dgm:pt>
    <dgm:pt modelId="{E9C52DDA-7D52-4ACF-9313-EEEB20832E8F}" type="sibTrans" cxnId="{95A8B590-863F-4457-AB18-9028BED68D2C}">
      <dgm:prSet/>
      <dgm:spPr/>
      <dgm:t>
        <a:bodyPr/>
        <a:lstStyle/>
        <a:p>
          <a:endParaRPr lang="en-US"/>
        </a:p>
      </dgm:t>
    </dgm:pt>
    <dgm:pt modelId="{99804475-8CF7-48A8-937F-1DE1720796E6}">
      <dgm:prSet/>
      <dgm:spPr/>
      <dgm:t>
        <a:bodyPr/>
        <a:lstStyle/>
        <a:p>
          <a:r>
            <a:rPr lang="en-US" b="1" i="0" baseline="0" noProof="1"/>
            <a:t>Dataset:</a:t>
          </a:r>
          <a:r>
            <a:rPr lang="en-US" b="0" i="0" baseline="0" noProof="1"/>
            <a:t> MovieLens (tested on Small and 1M versions).</a:t>
          </a:r>
          <a:endParaRPr lang="en-US" noProof="1"/>
        </a:p>
      </dgm:t>
    </dgm:pt>
    <dgm:pt modelId="{788A60FC-E966-4AA9-B347-DED71E2BBDEA}" type="parTrans" cxnId="{797FA857-BE6B-4A47-9A4B-2648E15D4D7B}">
      <dgm:prSet/>
      <dgm:spPr/>
      <dgm:t>
        <a:bodyPr/>
        <a:lstStyle/>
        <a:p>
          <a:endParaRPr lang="en-US"/>
        </a:p>
      </dgm:t>
    </dgm:pt>
    <dgm:pt modelId="{7E0DF6E6-1277-42A5-BA89-9765662A78E0}" type="sibTrans" cxnId="{797FA857-BE6B-4A47-9A4B-2648E15D4D7B}">
      <dgm:prSet/>
      <dgm:spPr/>
      <dgm:t>
        <a:bodyPr/>
        <a:lstStyle/>
        <a:p>
          <a:endParaRPr lang="en-US"/>
        </a:p>
      </dgm:t>
    </dgm:pt>
    <dgm:pt modelId="{005BD9F2-BB52-461C-A3A3-BCBED0F79269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b="1" i="0" baseline="0" noProof="1"/>
            <a:t>Output:</a:t>
          </a:r>
          <a:r>
            <a:rPr lang="en-US" b="0" i="0" baseline="0" noProof="1"/>
            <a:t> Learned user/item embeddings exported for production.</a:t>
          </a:r>
          <a:endParaRPr lang="en-US" noProof="1"/>
        </a:p>
      </dgm:t>
    </dgm:pt>
    <dgm:pt modelId="{F1B9EDB6-39DD-4ACB-B629-6279E39C4B18}" type="parTrans" cxnId="{EA3D4764-3245-475A-A382-66E563EF68E6}">
      <dgm:prSet/>
      <dgm:spPr/>
      <dgm:t>
        <a:bodyPr/>
        <a:lstStyle/>
        <a:p>
          <a:endParaRPr lang="en-US"/>
        </a:p>
      </dgm:t>
    </dgm:pt>
    <dgm:pt modelId="{C9BCEE19-EFD4-4DF4-BE0B-9B5FC7678B58}" type="sibTrans" cxnId="{EA3D4764-3245-475A-A382-66E563EF68E6}">
      <dgm:prSet/>
      <dgm:spPr/>
      <dgm:t>
        <a:bodyPr/>
        <a:lstStyle/>
        <a:p>
          <a:endParaRPr lang="en-US"/>
        </a:p>
      </dgm:t>
    </dgm:pt>
    <dgm:pt modelId="{1A478AA0-D611-4A28-904C-450C2AB0AA03}" type="pres">
      <dgm:prSet presAssocID="{1109E374-206C-4D68-8521-018955CF1058}" presName="root" presStyleCnt="0">
        <dgm:presLayoutVars>
          <dgm:dir/>
          <dgm:resizeHandles val="exact"/>
        </dgm:presLayoutVars>
      </dgm:prSet>
      <dgm:spPr/>
    </dgm:pt>
    <dgm:pt modelId="{615DE0CE-CA06-4255-A420-583B6C84F3BA}" type="pres">
      <dgm:prSet presAssocID="{3092DB2D-E0B3-4F3A-B287-B493E83C5867}" presName="compNode" presStyleCnt="0"/>
      <dgm:spPr/>
    </dgm:pt>
    <dgm:pt modelId="{A4145624-4487-4682-B502-D41741A18635}" type="pres">
      <dgm:prSet presAssocID="{3092DB2D-E0B3-4F3A-B287-B493E83C5867}" presName="bgRect" presStyleLbl="bgShp" presStyleIdx="0" presStyleCnt="5"/>
      <dgm:spPr>
        <a:solidFill>
          <a:schemeClr val="accent2">
            <a:lumMod val="60000"/>
            <a:lumOff val="40000"/>
          </a:schemeClr>
        </a:solidFill>
      </dgm:spPr>
    </dgm:pt>
    <dgm:pt modelId="{9F7BD040-E8C2-4EF7-BDAD-08877D58BECD}" type="pres">
      <dgm:prSet presAssocID="{3092DB2D-E0B3-4F3A-B287-B493E83C586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244E2111-C24C-4750-8548-C736B6271DE1}" type="pres">
      <dgm:prSet presAssocID="{3092DB2D-E0B3-4F3A-B287-B493E83C5867}" presName="spaceRect" presStyleCnt="0"/>
      <dgm:spPr/>
    </dgm:pt>
    <dgm:pt modelId="{BD12498F-5B3D-449F-9235-0A94F3D9DE63}" type="pres">
      <dgm:prSet presAssocID="{3092DB2D-E0B3-4F3A-B287-B493E83C5867}" presName="parTx" presStyleLbl="revTx" presStyleIdx="0" presStyleCnt="5">
        <dgm:presLayoutVars>
          <dgm:chMax val="0"/>
          <dgm:chPref val="0"/>
        </dgm:presLayoutVars>
      </dgm:prSet>
      <dgm:spPr/>
    </dgm:pt>
    <dgm:pt modelId="{D5DCF0C2-FBAB-4E57-99AB-6EB7A0B3FFB3}" type="pres">
      <dgm:prSet presAssocID="{460019A7-FD89-4C9E-9E97-F0281B5EDCA3}" presName="sibTrans" presStyleCnt="0"/>
      <dgm:spPr/>
    </dgm:pt>
    <dgm:pt modelId="{91140293-C2E9-4DDB-940D-4470D9DFF08C}" type="pres">
      <dgm:prSet presAssocID="{C65FD3BE-0E97-46AD-A7D9-97734FCF8171}" presName="compNode" presStyleCnt="0"/>
      <dgm:spPr/>
    </dgm:pt>
    <dgm:pt modelId="{5A2275C0-7BBD-4A54-82F7-96B0590B96E6}" type="pres">
      <dgm:prSet presAssocID="{C65FD3BE-0E97-46AD-A7D9-97734FCF8171}" presName="bgRect" presStyleLbl="bgShp" presStyleIdx="1" presStyleCnt="5"/>
      <dgm:spPr/>
    </dgm:pt>
    <dgm:pt modelId="{2C24A0E0-0373-42B6-8D14-89A948FDDB9A}" type="pres">
      <dgm:prSet presAssocID="{C65FD3BE-0E97-46AD-A7D9-97734FCF817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ro a segno con riempimento a tinta unita"/>
        </a:ext>
      </dgm:extLst>
    </dgm:pt>
    <dgm:pt modelId="{847207CB-83C7-40B1-85F9-FAF597CC8D5A}" type="pres">
      <dgm:prSet presAssocID="{C65FD3BE-0E97-46AD-A7D9-97734FCF8171}" presName="spaceRect" presStyleCnt="0"/>
      <dgm:spPr/>
    </dgm:pt>
    <dgm:pt modelId="{6782C4A5-409F-4CEC-B16B-DED4A5B09EB0}" type="pres">
      <dgm:prSet presAssocID="{C65FD3BE-0E97-46AD-A7D9-97734FCF8171}" presName="parTx" presStyleLbl="revTx" presStyleIdx="1" presStyleCnt="5">
        <dgm:presLayoutVars>
          <dgm:chMax val="0"/>
          <dgm:chPref val="0"/>
        </dgm:presLayoutVars>
      </dgm:prSet>
      <dgm:spPr/>
    </dgm:pt>
    <dgm:pt modelId="{CF3739E8-4310-4AC4-8E1C-B520E6DE485B}" type="pres">
      <dgm:prSet presAssocID="{FCB87E10-65D1-41F3-B790-A1E650A2EAA1}" presName="sibTrans" presStyleCnt="0"/>
      <dgm:spPr/>
    </dgm:pt>
    <dgm:pt modelId="{E9F68834-5C07-4599-AE6E-2EAE62670FE6}" type="pres">
      <dgm:prSet presAssocID="{40E131D3-5A56-46B6-92A8-ADBC3C0B42FC}" presName="compNode" presStyleCnt="0"/>
      <dgm:spPr/>
    </dgm:pt>
    <dgm:pt modelId="{9635FC1E-D255-4174-8D84-9E26A5C49E70}" type="pres">
      <dgm:prSet presAssocID="{40E131D3-5A56-46B6-92A8-ADBC3C0B42FC}" presName="bgRect" presStyleLbl="bgShp" presStyleIdx="2" presStyleCnt="5"/>
      <dgm:spPr/>
    </dgm:pt>
    <dgm:pt modelId="{DD17E326-E569-4300-BABA-F81861216555}" type="pres">
      <dgm:prSet presAssocID="{40E131D3-5A56-46B6-92A8-ADBC3C0B42F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1A9C4648-459D-4C34-AB3C-15BA8B1093D0}" type="pres">
      <dgm:prSet presAssocID="{40E131D3-5A56-46B6-92A8-ADBC3C0B42FC}" presName="spaceRect" presStyleCnt="0"/>
      <dgm:spPr/>
    </dgm:pt>
    <dgm:pt modelId="{1E65976F-D758-46D9-9CE3-90048FFCAD94}" type="pres">
      <dgm:prSet presAssocID="{40E131D3-5A56-46B6-92A8-ADBC3C0B42FC}" presName="parTx" presStyleLbl="revTx" presStyleIdx="2" presStyleCnt="5">
        <dgm:presLayoutVars>
          <dgm:chMax val="0"/>
          <dgm:chPref val="0"/>
        </dgm:presLayoutVars>
      </dgm:prSet>
      <dgm:spPr/>
    </dgm:pt>
    <dgm:pt modelId="{61369EEA-DA99-49C7-B5C3-E8E188D37AA8}" type="pres">
      <dgm:prSet presAssocID="{E9C52DDA-7D52-4ACF-9313-EEEB20832E8F}" presName="sibTrans" presStyleCnt="0"/>
      <dgm:spPr/>
    </dgm:pt>
    <dgm:pt modelId="{F942256C-FE9E-44E0-8671-B85762364ED8}" type="pres">
      <dgm:prSet presAssocID="{99804475-8CF7-48A8-937F-1DE1720796E6}" presName="compNode" presStyleCnt="0"/>
      <dgm:spPr/>
    </dgm:pt>
    <dgm:pt modelId="{868827B3-396E-40E9-9505-0965909C3287}" type="pres">
      <dgm:prSet presAssocID="{99804475-8CF7-48A8-937F-1DE1720796E6}" presName="bgRect" presStyleLbl="bgShp" presStyleIdx="3" presStyleCnt="5"/>
      <dgm:spPr/>
    </dgm:pt>
    <dgm:pt modelId="{43B621BE-B4DE-47B7-9AC7-2FAC03657E3F}" type="pres">
      <dgm:prSet presAssocID="{99804475-8CF7-48A8-937F-1DE1720796E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ak con riempimento a tinta unita"/>
        </a:ext>
      </dgm:extLst>
    </dgm:pt>
    <dgm:pt modelId="{29D588F3-3807-481C-A466-67AA35A6FA9C}" type="pres">
      <dgm:prSet presAssocID="{99804475-8CF7-48A8-937F-1DE1720796E6}" presName="spaceRect" presStyleCnt="0"/>
      <dgm:spPr/>
    </dgm:pt>
    <dgm:pt modelId="{DE53534A-A0F5-43E6-B7EF-01684783639E}" type="pres">
      <dgm:prSet presAssocID="{99804475-8CF7-48A8-937F-1DE1720796E6}" presName="parTx" presStyleLbl="revTx" presStyleIdx="3" presStyleCnt="5">
        <dgm:presLayoutVars>
          <dgm:chMax val="0"/>
          <dgm:chPref val="0"/>
        </dgm:presLayoutVars>
      </dgm:prSet>
      <dgm:spPr/>
    </dgm:pt>
    <dgm:pt modelId="{F5A88909-AAB2-4B8E-8A4F-36E764819D51}" type="pres">
      <dgm:prSet presAssocID="{7E0DF6E6-1277-42A5-BA89-9765662A78E0}" presName="sibTrans" presStyleCnt="0"/>
      <dgm:spPr/>
    </dgm:pt>
    <dgm:pt modelId="{8F14B371-D92E-49BB-8DBF-1EC9D5671F75}" type="pres">
      <dgm:prSet presAssocID="{005BD9F2-BB52-461C-A3A3-BCBED0F79269}" presName="compNode" presStyleCnt="0"/>
      <dgm:spPr/>
    </dgm:pt>
    <dgm:pt modelId="{826E2057-3E5A-4A04-A5BB-BF6C7213BCA5}" type="pres">
      <dgm:prSet presAssocID="{005BD9F2-BB52-461C-A3A3-BCBED0F79269}" presName="bgRect" presStyleLbl="bgShp" presStyleIdx="4" presStyleCnt="5"/>
      <dgm:spPr>
        <a:solidFill>
          <a:schemeClr val="accent1">
            <a:lumMod val="40000"/>
            <a:lumOff val="60000"/>
          </a:schemeClr>
        </a:solidFill>
      </dgm:spPr>
    </dgm:pt>
    <dgm:pt modelId="{3C2E4BF6-C1C1-4566-B72E-9DD8F7FE2A10}" type="pres">
      <dgm:prSet presAssocID="{005BD9F2-BB52-461C-A3A3-BCBED0F7926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1F1FB503-315E-4A27-AE85-4DF550943991}" type="pres">
      <dgm:prSet presAssocID="{005BD9F2-BB52-461C-A3A3-BCBED0F79269}" presName="spaceRect" presStyleCnt="0"/>
      <dgm:spPr/>
    </dgm:pt>
    <dgm:pt modelId="{98E28D3F-EED3-40F1-95BF-688F1245800D}" type="pres">
      <dgm:prSet presAssocID="{005BD9F2-BB52-461C-A3A3-BCBED0F7926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BB2C509-2654-4319-8F5D-F14B782D2BC0}" srcId="{1109E374-206C-4D68-8521-018955CF1058}" destId="{3092DB2D-E0B3-4F3A-B287-B493E83C5867}" srcOrd="0" destOrd="0" parTransId="{33FD1408-D661-4F8E-A00A-FF2A78F8A571}" sibTransId="{460019A7-FD89-4C9E-9E97-F0281B5EDCA3}"/>
    <dgm:cxn modelId="{7B14C30D-C030-4495-80D8-677840C7E72D}" type="presOf" srcId="{3092DB2D-E0B3-4F3A-B287-B493E83C5867}" destId="{BD12498F-5B3D-449F-9235-0A94F3D9DE63}" srcOrd="0" destOrd="0" presId="urn:microsoft.com/office/officeart/2018/2/layout/IconVerticalSolidList"/>
    <dgm:cxn modelId="{765ADB38-990F-414E-94A4-369B909382F9}" srcId="{1109E374-206C-4D68-8521-018955CF1058}" destId="{C65FD3BE-0E97-46AD-A7D9-97734FCF8171}" srcOrd="1" destOrd="0" parTransId="{96DEDE92-6E62-4A09-B217-D03159D00D44}" sibTransId="{FCB87E10-65D1-41F3-B790-A1E650A2EAA1}"/>
    <dgm:cxn modelId="{F879E360-EA2F-488A-9F17-2B032B34A93F}" type="presOf" srcId="{005BD9F2-BB52-461C-A3A3-BCBED0F79269}" destId="{98E28D3F-EED3-40F1-95BF-688F1245800D}" srcOrd="0" destOrd="0" presId="urn:microsoft.com/office/officeart/2018/2/layout/IconVerticalSolidList"/>
    <dgm:cxn modelId="{EA3D4764-3245-475A-A382-66E563EF68E6}" srcId="{1109E374-206C-4D68-8521-018955CF1058}" destId="{005BD9F2-BB52-461C-A3A3-BCBED0F79269}" srcOrd="4" destOrd="0" parTransId="{F1B9EDB6-39DD-4ACB-B629-6279E39C4B18}" sibTransId="{C9BCEE19-EFD4-4DF4-BE0B-9B5FC7678B58}"/>
    <dgm:cxn modelId="{A4148A65-7742-4B24-8DED-C0E43D4EFB93}" type="presOf" srcId="{40E131D3-5A56-46B6-92A8-ADBC3C0B42FC}" destId="{1E65976F-D758-46D9-9CE3-90048FFCAD94}" srcOrd="0" destOrd="0" presId="urn:microsoft.com/office/officeart/2018/2/layout/IconVerticalSolidList"/>
    <dgm:cxn modelId="{4D1B7674-F526-4971-BBEA-484568756BA0}" type="presOf" srcId="{1109E374-206C-4D68-8521-018955CF1058}" destId="{1A478AA0-D611-4A28-904C-450C2AB0AA03}" srcOrd="0" destOrd="0" presId="urn:microsoft.com/office/officeart/2018/2/layout/IconVerticalSolidList"/>
    <dgm:cxn modelId="{797FA857-BE6B-4A47-9A4B-2648E15D4D7B}" srcId="{1109E374-206C-4D68-8521-018955CF1058}" destId="{99804475-8CF7-48A8-937F-1DE1720796E6}" srcOrd="3" destOrd="0" parTransId="{788A60FC-E966-4AA9-B347-DED71E2BBDEA}" sibTransId="{7E0DF6E6-1277-42A5-BA89-9765662A78E0}"/>
    <dgm:cxn modelId="{95A8B590-863F-4457-AB18-9028BED68D2C}" srcId="{1109E374-206C-4D68-8521-018955CF1058}" destId="{40E131D3-5A56-46B6-92A8-ADBC3C0B42FC}" srcOrd="2" destOrd="0" parTransId="{76C021EC-ECB8-49D5-95EB-C03CA353262F}" sibTransId="{E9C52DDA-7D52-4ACF-9313-EEEB20832E8F}"/>
    <dgm:cxn modelId="{4218E79A-BA8B-4ECD-A903-642BCAED2623}" type="presOf" srcId="{C65FD3BE-0E97-46AD-A7D9-97734FCF8171}" destId="{6782C4A5-409F-4CEC-B16B-DED4A5B09EB0}" srcOrd="0" destOrd="0" presId="urn:microsoft.com/office/officeart/2018/2/layout/IconVerticalSolidList"/>
    <dgm:cxn modelId="{91A3699E-509D-403F-9C52-5176DFF75F80}" type="presOf" srcId="{99804475-8CF7-48A8-937F-1DE1720796E6}" destId="{DE53534A-A0F5-43E6-B7EF-01684783639E}" srcOrd="0" destOrd="0" presId="urn:microsoft.com/office/officeart/2018/2/layout/IconVerticalSolidList"/>
    <dgm:cxn modelId="{1D946C19-6C9E-467B-9440-528509B99022}" type="presParOf" srcId="{1A478AA0-D611-4A28-904C-450C2AB0AA03}" destId="{615DE0CE-CA06-4255-A420-583B6C84F3BA}" srcOrd="0" destOrd="0" presId="urn:microsoft.com/office/officeart/2018/2/layout/IconVerticalSolidList"/>
    <dgm:cxn modelId="{8D7D6041-5A8C-4E92-8582-CCC7AC3622B3}" type="presParOf" srcId="{615DE0CE-CA06-4255-A420-583B6C84F3BA}" destId="{A4145624-4487-4682-B502-D41741A18635}" srcOrd="0" destOrd="0" presId="urn:microsoft.com/office/officeart/2018/2/layout/IconVerticalSolidList"/>
    <dgm:cxn modelId="{80BFC7BD-D1DB-4BB3-8023-92C8E84F9846}" type="presParOf" srcId="{615DE0CE-CA06-4255-A420-583B6C84F3BA}" destId="{9F7BD040-E8C2-4EF7-BDAD-08877D58BECD}" srcOrd="1" destOrd="0" presId="urn:microsoft.com/office/officeart/2018/2/layout/IconVerticalSolidList"/>
    <dgm:cxn modelId="{3D3CFF60-3C84-4739-832F-17C82F7E6782}" type="presParOf" srcId="{615DE0CE-CA06-4255-A420-583B6C84F3BA}" destId="{244E2111-C24C-4750-8548-C736B6271DE1}" srcOrd="2" destOrd="0" presId="urn:microsoft.com/office/officeart/2018/2/layout/IconVerticalSolidList"/>
    <dgm:cxn modelId="{8B2F5CA8-3875-4CDA-87FE-55A3651D8B73}" type="presParOf" srcId="{615DE0CE-CA06-4255-A420-583B6C84F3BA}" destId="{BD12498F-5B3D-449F-9235-0A94F3D9DE63}" srcOrd="3" destOrd="0" presId="urn:microsoft.com/office/officeart/2018/2/layout/IconVerticalSolidList"/>
    <dgm:cxn modelId="{5570CF2C-DD83-4FAB-9E16-64CBDF73CB3D}" type="presParOf" srcId="{1A478AA0-D611-4A28-904C-450C2AB0AA03}" destId="{D5DCF0C2-FBAB-4E57-99AB-6EB7A0B3FFB3}" srcOrd="1" destOrd="0" presId="urn:microsoft.com/office/officeart/2018/2/layout/IconVerticalSolidList"/>
    <dgm:cxn modelId="{7B80B1C1-1098-44F5-950D-FBDC91B9F93B}" type="presParOf" srcId="{1A478AA0-D611-4A28-904C-450C2AB0AA03}" destId="{91140293-C2E9-4DDB-940D-4470D9DFF08C}" srcOrd="2" destOrd="0" presId="urn:microsoft.com/office/officeart/2018/2/layout/IconVerticalSolidList"/>
    <dgm:cxn modelId="{B593A6AC-B91C-4E85-BC15-B5ABC74EFB2B}" type="presParOf" srcId="{91140293-C2E9-4DDB-940D-4470D9DFF08C}" destId="{5A2275C0-7BBD-4A54-82F7-96B0590B96E6}" srcOrd="0" destOrd="0" presId="urn:microsoft.com/office/officeart/2018/2/layout/IconVerticalSolidList"/>
    <dgm:cxn modelId="{CAF07CC5-FE3E-42BA-BC8A-F847CFBB217B}" type="presParOf" srcId="{91140293-C2E9-4DDB-940D-4470D9DFF08C}" destId="{2C24A0E0-0373-42B6-8D14-89A948FDDB9A}" srcOrd="1" destOrd="0" presId="urn:microsoft.com/office/officeart/2018/2/layout/IconVerticalSolidList"/>
    <dgm:cxn modelId="{0CF113D7-E7A6-4E14-B033-1F4380A3D885}" type="presParOf" srcId="{91140293-C2E9-4DDB-940D-4470D9DFF08C}" destId="{847207CB-83C7-40B1-85F9-FAF597CC8D5A}" srcOrd="2" destOrd="0" presId="urn:microsoft.com/office/officeart/2018/2/layout/IconVerticalSolidList"/>
    <dgm:cxn modelId="{E13A50AB-594C-4FF0-B45A-6CA4AF026A59}" type="presParOf" srcId="{91140293-C2E9-4DDB-940D-4470D9DFF08C}" destId="{6782C4A5-409F-4CEC-B16B-DED4A5B09EB0}" srcOrd="3" destOrd="0" presId="urn:microsoft.com/office/officeart/2018/2/layout/IconVerticalSolidList"/>
    <dgm:cxn modelId="{64D1323B-3DE3-4D10-9612-85A00373F4CE}" type="presParOf" srcId="{1A478AA0-D611-4A28-904C-450C2AB0AA03}" destId="{CF3739E8-4310-4AC4-8E1C-B520E6DE485B}" srcOrd="3" destOrd="0" presId="urn:microsoft.com/office/officeart/2018/2/layout/IconVerticalSolidList"/>
    <dgm:cxn modelId="{15CCA39D-5779-4BD3-8834-B7FA2812CB04}" type="presParOf" srcId="{1A478AA0-D611-4A28-904C-450C2AB0AA03}" destId="{E9F68834-5C07-4599-AE6E-2EAE62670FE6}" srcOrd="4" destOrd="0" presId="urn:microsoft.com/office/officeart/2018/2/layout/IconVerticalSolidList"/>
    <dgm:cxn modelId="{D3C1D717-18DC-488A-82C1-1D07061C622A}" type="presParOf" srcId="{E9F68834-5C07-4599-AE6E-2EAE62670FE6}" destId="{9635FC1E-D255-4174-8D84-9E26A5C49E70}" srcOrd="0" destOrd="0" presId="urn:microsoft.com/office/officeart/2018/2/layout/IconVerticalSolidList"/>
    <dgm:cxn modelId="{63E914BD-7F13-4842-B709-F8158FE07843}" type="presParOf" srcId="{E9F68834-5C07-4599-AE6E-2EAE62670FE6}" destId="{DD17E326-E569-4300-BABA-F81861216555}" srcOrd="1" destOrd="0" presId="urn:microsoft.com/office/officeart/2018/2/layout/IconVerticalSolidList"/>
    <dgm:cxn modelId="{D134EB69-C30B-458A-880A-93327FD5FB75}" type="presParOf" srcId="{E9F68834-5C07-4599-AE6E-2EAE62670FE6}" destId="{1A9C4648-459D-4C34-AB3C-15BA8B1093D0}" srcOrd="2" destOrd="0" presId="urn:microsoft.com/office/officeart/2018/2/layout/IconVerticalSolidList"/>
    <dgm:cxn modelId="{30E08D64-FFB7-478D-B4F9-09CBF055E9B5}" type="presParOf" srcId="{E9F68834-5C07-4599-AE6E-2EAE62670FE6}" destId="{1E65976F-D758-46D9-9CE3-90048FFCAD94}" srcOrd="3" destOrd="0" presId="urn:microsoft.com/office/officeart/2018/2/layout/IconVerticalSolidList"/>
    <dgm:cxn modelId="{0449B8B0-EEDA-4C08-B22E-41F9DA0A9877}" type="presParOf" srcId="{1A478AA0-D611-4A28-904C-450C2AB0AA03}" destId="{61369EEA-DA99-49C7-B5C3-E8E188D37AA8}" srcOrd="5" destOrd="0" presId="urn:microsoft.com/office/officeart/2018/2/layout/IconVerticalSolidList"/>
    <dgm:cxn modelId="{A05C7F67-C5D6-401B-A5A9-73D6B952FF0A}" type="presParOf" srcId="{1A478AA0-D611-4A28-904C-450C2AB0AA03}" destId="{F942256C-FE9E-44E0-8671-B85762364ED8}" srcOrd="6" destOrd="0" presId="urn:microsoft.com/office/officeart/2018/2/layout/IconVerticalSolidList"/>
    <dgm:cxn modelId="{50ED9F20-46E9-4468-A40D-D8AB109DA77E}" type="presParOf" srcId="{F942256C-FE9E-44E0-8671-B85762364ED8}" destId="{868827B3-396E-40E9-9505-0965909C3287}" srcOrd="0" destOrd="0" presId="urn:microsoft.com/office/officeart/2018/2/layout/IconVerticalSolidList"/>
    <dgm:cxn modelId="{AE771375-D2DB-405F-9854-DEC4E38640DD}" type="presParOf" srcId="{F942256C-FE9E-44E0-8671-B85762364ED8}" destId="{43B621BE-B4DE-47B7-9AC7-2FAC03657E3F}" srcOrd="1" destOrd="0" presId="urn:microsoft.com/office/officeart/2018/2/layout/IconVerticalSolidList"/>
    <dgm:cxn modelId="{DE890D74-7DF9-4D55-8523-9BCC379AA61D}" type="presParOf" srcId="{F942256C-FE9E-44E0-8671-B85762364ED8}" destId="{29D588F3-3807-481C-A466-67AA35A6FA9C}" srcOrd="2" destOrd="0" presId="urn:microsoft.com/office/officeart/2018/2/layout/IconVerticalSolidList"/>
    <dgm:cxn modelId="{D55ED9A3-B89C-4D96-8F72-F55753F27A89}" type="presParOf" srcId="{F942256C-FE9E-44E0-8671-B85762364ED8}" destId="{DE53534A-A0F5-43E6-B7EF-01684783639E}" srcOrd="3" destOrd="0" presId="urn:microsoft.com/office/officeart/2018/2/layout/IconVerticalSolidList"/>
    <dgm:cxn modelId="{94BDD674-984B-4B2E-BABB-E4E31B8C68C4}" type="presParOf" srcId="{1A478AA0-D611-4A28-904C-450C2AB0AA03}" destId="{F5A88909-AAB2-4B8E-8A4F-36E764819D51}" srcOrd="7" destOrd="0" presId="urn:microsoft.com/office/officeart/2018/2/layout/IconVerticalSolidList"/>
    <dgm:cxn modelId="{303C53F8-4BB7-4739-9E5C-5BA736093BF3}" type="presParOf" srcId="{1A478AA0-D611-4A28-904C-450C2AB0AA03}" destId="{8F14B371-D92E-49BB-8DBF-1EC9D5671F75}" srcOrd="8" destOrd="0" presId="urn:microsoft.com/office/officeart/2018/2/layout/IconVerticalSolidList"/>
    <dgm:cxn modelId="{F70AC748-70A7-4FA1-9D46-E5750C7B840F}" type="presParOf" srcId="{8F14B371-D92E-49BB-8DBF-1EC9D5671F75}" destId="{826E2057-3E5A-4A04-A5BB-BF6C7213BCA5}" srcOrd="0" destOrd="0" presId="urn:microsoft.com/office/officeart/2018/2/layout/IconVerticalSolidList"/>
    <dgm:cxn modelId="{A1F54664-A0CA-41E0-9FCC-EAD2FB00772D}" type="presParOf" srcId="{8F14B371-D92E-49BB-8DBF-1EC9D5671F75}" destId="{3C2E4BF6-C1C1-4566-B72E-9DD8F7FE2A10}" srcOrd="1" destOrd="0" presId="urn:microsoft.com/office/officeart/2018/2/layout/IconVerticalSolidList"/>
    <dgm:cxn modelId="{09DC2381-9DAC-4285-B251-7181AEF77D51}" type="presParOf" srcId="{8F14B371-D92E-49BB-8DBF-1EC9D5671F75}" destId="{1F1FB503-315E-4A27-AE85-4DF550943991}" srcOrd="2" destOrd="0" presId="urn:microsoft.com/office/officeart/2018/2/layout/IconVerticalSolidList"/>
    <dgm:cxn modelId="{88B8F0B4-4DE6-41B4-A1CB-98516520D806}" type="presParOf" srcId="{8F14B371-D92E-49BB-8DBF-1EC9D5671F75}" destId="{98E28D3F-EED3-40F1-95BF-688F124580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A305FD-91E4-46CD-80A6-57796844FEA9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833E0A-D47E-4BC7-84EA-E527BC739C9B}">
      <dgm:prSet/>
      <dgm:spPr/>
      <dgm:t>
        <a:bodyPr/>
        <a:lstStyle/>
        <a:p>
          <a:r>
            <a:rPr lang="en-US" b="1" i="0" baseline="0" noProof="1"/>
            <a:t>ONNX</a:t>
          </a:r>
          <a:endParaRPr lang="en-US" noProof="1"/>
        </a:p>
      </dgm:t>
    </dgm:pt>
    <dgm:pt modelId="{AEE71428-36C4-4E08-A048-27BAE25CB602}" type="parTrans" cxnId="{E507FA5C-CE16-42FB-85F7-057A77EDFB19}">
      <dgm:prSet/>
      <dgm:spPr/>
      <dgm:t>
        <a:bodyPr/>
        <a:lstStyle/>
        <a:p>
          <a:endParaRPr lang="en-US"/>
        </a:p>
      </dgm:t>
    </dgm:pt>
    <dgm:pt modelId="{38C3F90D-7C11-4770-A07E-7F06065EDFD2}" type="sibTrans" cxnId="{E507FA5C-CE16-42FB-85F7-057A77EDFB19}">
      <dgm:prSet/>
      <dgm:spPr/>
      <dgm:t>
        <a:bodyPr/>
        <a:lstStyle/>
        <a:p>
          <a:endParaRPr lang="en-US"/>
        </a:p>
      </dgm:t>
    </dgm:pt>
    <dgm:pt modelId="{745033B2-644C-4D59-830F-AAE717B92247}">
      <dgm:prSet/>
      <dgm:spPr/>
      <dgm:t>
        <a:bodyPr/>
        <a:lstStyle/>
        <a:p>
          <a:r>
            <a:rPr lang="en-US" b="0" i="0" baseline="0" noProof="1"/>
            <a:t>Hardware acceleration support.</a:t>
          </a:r>
          <a:endParaRPr lang="en-US" noProof="1"/>
        </a:p>
      </dgm:t>
    </dgm:pt>
    <dgm:pt modelId="{C279DE11-7EA4-4CF6-936F-A70563CE8A86}" type="parTrans" cxnId="{474EF554-D58D-4DF2-8141-7A1145C4AB56}">
      <dgm:prSet/>
      <dgm:spPr/>
      <dgm:t>
        <a:bodyPr/>
        <a:lstStyle/>
        <a:p>
          <a:endParaRPr lang="en-US"/>
        </a:p>
      </dgm:t>
    </dgm:pt>
    <dgm:pt modelId="{9ECC80E0-DBED-4C30-855A-11B47582C0FD}" type="sibTrans" cxnId="{474EF554-D58D-4DF2-8141-7A1145C4AB56}">
      <dgm:prSet/>
      <dgm:spPr/>
      <dgm:t>
        <a:bodyPr/>
        <a:lstStyle/>
        <a:p>
          <a:endParaRPr lang="en-US"/>
        </a:p>
      </dgm:t>
    </dgm:pt>
    <dgm:pt modelId="{081EA9BC-C6DC-461D-95B4-801E93483419}">
      <dgm:prSet/>
      <dgm:spPr/>
      <dgm:t>
        <a:bodyPr/>
        <a:lstStyle/>
        <a:p>
          <a:r>
            <a:rPr lang="en-US" b="0" i="0" baseline="0" noProof="1"/>
            <a:t>Language agnostic (train in Python, run in C++, C#, Rust).</a:t>
          </a:r>
          <a:endParaRPr lang="en-US" noProof="1"/>
        </a:p>
      </dgm:t>
    </dgm:pt>
    <dgm:pt modelId="{D618DB7E-8F71-4DC4-A29B-9E9C72FB554C}" type="parTrans" cxnId="{2848C0F6-4A39-4EBF-B6C1-A711BF4A0366}">
      <dgm:prSet/>
      <dgm:spPr/>
      <dgm:t>
        <a:bodyPr/>
        <a:lstStyle/>
        <a:p>
          <a:endParaRPr lang="en-US"/>
        </a:p>
      </dgm:t>
    </dgm:pt>
    <dgm:pt modelId="{5130DF7F-420D-42DD-94E0-5837E29FB023}" type="sibTrans" cxnId="{2848C0F6-4A39-4EBF-B6C1-A711BF4A0366}">
      <dgm:prSet/>
      <dgm:spPr/>
      <dgm:t>
        <a:bodyPr/>
        <a:lstStyle/>
        <a:p>
          <a:endParaRPr lang="en-US"/>
        </a:p>
      </dgm:t>
    </dgm:pt>
    <dgm:pt modelId="{6BEAAFA4-DAE9-4BD8-A07B-B615428B21C3}">
      <dgm:prSet/>
      <dgm:spPr/>
      <dgm:t>
        <a:bodyPr/>
        <a:lstStyle/>
        <a:p>
          <a:r>
            <a:rPr lang="en-US" b="1" i="0" baseline="0" noProof="1"/>
            <a:t>The Process</a:t>
          </a:r>
          <a:endParaRPr lang="en-US" noProof="1"/>
        </a:p>
      </dgm:t>
    </dgm:pt>
    <dgm:pt modelId="{FAD1829E-D9FC-46F9-94D2-2ABCB6DE21BC}" type="parTrans" cxnId="{C603B62D-C14C-4E3D-8C2F-A9CADE6D36D7}">
      <dgm:prSet/>
      <dgm:spPr/>
      <dgm:t>
        <a:bodyPr/>
        <a:lstStyle/>
        <a:p>
          <a:endParaRPr lang="en-US"/>
        </a:p>
      </dgm:t>
    </dgm:pt>
    <dgm:pt modelId="{1A2FF41E-1D31-401D-AA49-5F967FD688AE}" type="sibTrans" cxnId="{C603B62D-C14C-4E3D-8C2F-A9CADE6D36D7}">
      <dgm:prSet/>
      <dgm:spPr/>
      <dgm:t>
        <a:bodyPr/>
        <a:lstStyle/>
        <a:p>
          <a:endParaRPr lang="en-US"/>
        </a:p>
      </dgm:t>
    </dgm:pt>
    <dgm:pt modelId="{6ACE2323-6A4C-466D-8340-2CF735863C38}">
      <dgm:prSet/>
      <dgm:spPr/>
      <dgm:t>
        <a:bodyPr/>
        <a:lstStyle/>
        <a:p>
          <a:r>
            <a:rPr lang="en-US" b="0" i="0" baseline="0" noProof="1"/>
            <a:t>Tracing the PyTorch model execution.</a:t>
          </a:r>
          <a:endParaRPr lang="en-US" noProof="1"/>
        </a:p>
      </dgm:t>
    </dgm:pt>
    <dgm:pt modelId="{3EEB6553-2750-416F-AD7E-3A68C989F933}" type="parTrans" cxnId="{55E7DDF7-EEEF-41B7-B97A-D78FAF4663E2}">
      <dgm:prSet/>
      <dgm:spPr/>
      <dgm:t>
        <a:bodyPr/>
        <a:lstStyle/>
        <a:p>
          <a:endParaRPr lang="en-US"/>
        </a:p>
      </dgm:t>
    </dgm:pt>
    <dgm:pt modelId="{A56F9507-C69F-4E97-8925-B77BD23CCDEB}" type="sibTrans" cxnId="{55E7DDF7-EEEF-41B7-B97A-D78FAF4663E2}">
      <dgm:prSet/>
      <dgm:spPr/>
      <dgm:t>
        <a:bodyPr/>
        <a:lstStyle/>
        <a:p>
          <a:endParaRPr lang="en-US"/>
        </a:p>
      </dgm:t>
    </dgm:pt>
    <dgm:pt modelId="{FBCF1A47-A8E4-454C-AC8C-29DF0B1B5E8D}">
      <dgm:prSet/>
      <dgm:spPr/>
      <dgm:t>
        <a:bodyPr/>
        <a:lstStyle/>
        <a:p>
          <a:r>
            <a:rPr lang="en-US" b="0" i="0" baseline="0" noProof="1"/>
            <a:t>Defining dynamic axes (to support batch processing).</a:t>
          </a:r>
          <a:endParaRPr lang="en-US" noProof="1"/>
        </a:p>
      </dgm:t>
    </dgm:pt>
    <dgm:pt modelId="{A536E091-9353-4EEF-B1F8-BA63220AD13F}" type="parTrans" cxnId="{5EF96766-F48C-4534-8C21-0D44429E1130}">
      <dgm:prSet/>
      <dgm:spPr/>
      <dgm:t>
        <a:bodyPr/>
        <a:lstStyle/>
        <a:p>
          <a:endParaRPr lang="en-US"/>
        </a:p>
      </dgm:t>
    </dgm:pt>
    <dgm:pt modelId="{86EED513-5BDD-491A-8683-18B4C709D910}" type="sibTrans" cxnId="{5EF96766-F48C-4534-8C21-0D44429E1130}">
      <dgm:prSet/>
      <dgm:spPr/>
      <dgm:t>
        <a:bodyPr/>
        <a:lstStyle/>
        <a:p>
          <a:endParaRPr lang="en-US"/>
        </a:p>
      </dgm:t>
    </dgm:pt>
    <dgm:pt modelId="{9EE1302E-6067-4DF7-A846-03E444F7FE05}">
      <dgm:prSet/>
      <dgm:spPr/>
      <dgm:t>
        <a:bodyPr/>
        <a:lstStyle/>
        <a:p>
          <a:r>
            <a:rPr lang="en-US" b="0" i="0" baseline="0" noProof="1"/>
            <a:t>Exporting the computational graph to a .onnx binary.</a:t>
          </a:r>
          <a:endParaRPr lang="en-US" noProof="1"/>
        </a:p>
      </dgm:t>
    </dgm:pt>
    <dgm:pt modelId="{C7839867-2DD3-4BFA-8375-F070B940C616}" type="parTrans" cxnId="{C132B311-D29F-419C-8D8F-160E2F7F28C2}">
      <dgm:prSet/>
      <dgm:spPr/>
      <dgm:t>
        <a:bodyPr/>
        <a:lstStyle/>
        <a:p>
          <a:endParaRPr lang="en-US"/>
        </a:p>
      </dgm:t>
    </dgm:pt>
    <dgm:pt modelId="{7185E3BB-3030-4415-A23D-C2F73C77B4DB}" type="sibTrans" cxnId="{C132B311-D29F-419C-8D8F-160E2F7F28C2}">
      <dgm:prSet/>
      <dgm:spPr/>
      <dgm:t>
        <a:bodyPr/>
        <a:lstStyle/>
        <a:p>
          <a:endParaRPr lang="en-US"/>
        </a:p>
      </dgm:t>
    </dgm:pt>
    <dgm:pt modelId="{AF1EDBC0-D1A2-4D7E-B1AC-F26AC64CCA0F}">
      <dgm:prSet/>
      <dgm:spPr/>
      <dgm:t>
        <a:bodyPr/>
        <a:lstStyle/>
        <a:p>
          <a:r>
            <a:rPr lang="en-US" b="1" i="0" baseline="0" noProof="1"/>
            <a:t>Result</a:t>
          </a:r>
          <a:r>
            <a:rPr lang="en-US" b="0" i="0" baseline="0" noProof="1"/>
            <a:t> </a:t>
          </a:r>
          <a:endParaRPr lang="en-US" noProof="1"/>
        </a:p>
      </dgm:t>
    </dgm:pt>
    <dgm:pt modelId="{11DB1DCA-2BE9-4DCB-B6A5-CC802A262188}" type="parTrans" cxnId="{FFDC0ED2-75FE-4295-9CD6-F8D4CCEF2ED4}">
      <dgm:prSet/>
      <dgm:spPr/>
      <dgm:t>
        <a:bodyPr/>
        <a:lstStyle/>
        <a:p>
          <a:endParaRPr lang="en-US"/>
        </a:p>
      </dgm:t>
    </dgm:pt>
    <dgm:pt modelId="{ED88B4B7-3891-44BE-AD48-B9C58A67369D}" type="sibTrans" cxnId="{FFDC0ED2-75FE-4295-9CD6-F8D4CCEF2ED4}">
      <dgm:prSet/>
      <dgm:spPr/>
      <dgm:t>
        <a:bodyPr/>
        <a:lstStyle/>
        <a:p>
          <a:endParaRPr lang="en-US"/>
        </a:p>
      </dgm:t>
    </dgm:pt>
    <dgm:pt modelId="{C67168B9-E0B9-4E5A-91CB-D7BF01816326}">
      <dgm:prSet/>
      <dgm:spPr/>
      <dgm:t>
        <a:bodyPr/>
        <a:lstStyle/>
        <a:p>
          <a:r>
            <a:rPr lang="en-US" b="0" i="0" baseline="0" noProof="1"/>
            <a:t>A portable artifact containing weights and architecture, decoupled from the Python interpreter.</a:t>
          </a:r>
          <a:endParaRPr lang="en-US" noProof="1"/>
        </a:p>
      </dgm:t>
    </dgm:pt>
    <dgm:pt modelId="{3ECD1C6E-01F5-4808-BB10-1C64553667E8}" type="parTrans" cxnId="{0FBC4C5B-1FD0-4AC7-AA12-A8DF98C69181}">
      <dgm:prSet/>
      <dgm:spPr/>
      <dgm:t>
        <a:bodyPr/>
        <a:lstStyle/>
        <a:p>
          <a:endParaRPr lang="en-US"/>
        </a:p>
      </dgm:t>
    </dgm:pt>
    <dgm:pt modelId="{9F129733-0DE1-4CAD-84C0-9E7741E5447B}" type="sibTrans" cxnId="{0FBC4C5B-1FD0-4AC7-AA12-A8DF98C69181}">
      <dgm:prSet/>
      <dgm:spPr/>
      <dgm:t>
        <a:bodyPr/>
        <a:lstStyle/>
        <a:p>
          <a:endParaRPr lang="en-US"/>
        </a:p>
      </dgm:t>
    </dgm:pt>
    <dgm:pt modelId="{364F0E37-4639-4D1F-BBEE-918F6AFEF7F3}" type="pres">
      <dgm:prSet presAssocID="{B2A305FD-91E4-46CD-80A6-57796844FEA9}" presName="linear" presStyleCnt="0">
        <dgm:presLayoutVars>
          <dgm:dir/>
          <dgm:animLvl val="lvl"/>
          <dgm:resizeHandles val="exact"/>
        </dgm:presLayoutVars>
      </dgm:prSet>
      <dgm:spPr/>
    </dgm:pt>
    <dgm:pt modelId="{BD1A5BFB-97D5-4BB1-9333-334E4E45AD4A}" type="pres">
      <dgm:prSet presAssocID="{93833E0A-D47E-4BC7-84EA-E527BC739C9B}" presName="parentLin" presStyleCnt="0"/>
      <dgm:spPr/>
    </dgm:pt>
    <dgm:pt modelId="{BD16ECC1-C0F9-4DA8-8EC8-CF7833736532}" type="pres">
      <dgm:prSet presAssocID="{93833E0A-D47E-4BC7-84EA-E527BC739C9B}" presName="parentLeftMargin" presStyleLbl="node1" presStyleIdx="0" presStyleCnt="3"/>
      <dgm:spPr/>
    </dgm:pt>
    <dgm:pt modelId="{D9594602-F21A-41E1-A554-392D926D1AD1}" type="pres">
      <dgm:prSet presAssocID="{93833E0A-D47E-4BC7-84EA-E527BC739C9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EBEDEC-D254-4C02-B34B-F02CB70BCE9B}" type="pres">
      <dgm:prSet presAssocID="{93833E0A-D47E-4BC7-84EA-E527BC739C9B}" presName="negativeSpace" presStyleCnt="0"/>
      <dgm:spPr/>
    </dgm:pt>
    <dgm:pt modelId="{41D288FB-E1D8-4B07-9DCC-DCC4218DFCA5}" type="pres">
      <dgm:prSet presAssocID="{93833E0A-D47E-4BC7-84EA-E527BC739C9B}" presName="childText" presStyleLbl="conFgAcc1" presStyleIdx="0" presStyleCnt="3">
        <dgm:presLayoutVars>
          <dgm:bulletEnabled val="1"/>
        </dgm:presLayoutVars>
      </dgm:prSet>
      <dgm:spPr/>
    </dgm:pt>
    <dgm:pt modelId="{790EDE54-B483-46BD-BBD0-E285A6079B7F}" type="pres">
      <dgm:prSet presAssocID="{38C3F90D-7C11-4770-A07E-7F06065EDFD2}" presName="spaceBetweenRectangles" presStyleCnt="0"/>
      <dgm:spPr/>
    </dgm:pt>
    <dgm:pt modelId="{D0BC0911-4A55-4371-8BE1-6593E7F735CE}" type="pres">
      <dgm:prSet presAssocID="{6BEAAFA4-DAE9-4BD8-A07B-B615428B21C3}" presName="parentLin" presStyleCnt="0"/>
      <dgm:spPr/>
    </dgm:pt>
    <dgm:pt modelId="{7C217C41-CF41-42DF-926D-97E4DAD40C88}" type="pres">
      <dgm:prSet presAssocID="{6BEAAFA4-DAE9-4BD8-A07B-B615428B21C3}" presName="parentLeftMargin" presStyleLbl="node1" presStyleIdx="0" presStyleCnt="3"/>
      <dgm:spPr/>
    </dgm:pt>
    <dgm:pt modelId="{6F0C553C-E92E-41BC-8EBF-EB8FD4087B56}" type="pres">
      <dgm:prSet presAssocID="{6BEAAFA4-DAE9-4BD8-A07B-B615428B21C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85B8F09-18ED-4968-A6F2-F70D658D9686}" type="pres">
      <dgm:prSet presAssocID="{6BEAAFA4-DAE9-4BD8-A07B-B615428B21C3}" presName="negativeSpace" presStyleCnt="0"/>
      <dgm:spPr/>
    </dgm:pt>
    <dgm:pt modelId="{E146E8A3-7CE5-485F-B925-51164FF6E7BE}" type="pres">
      <dgm:prSet presAssocID="{6BEAAFA4-DAE9-4BD8-A07B-B615428B21C3}" presName="childText" presStyleLbl="conFgAcc1" presStyleIdx="1" presStyleCnt="3">
        <dgm:presLayoutVars>
          <dgm:bulletEnabled val="1"/>
        </dgm:presLayoutVars>
      </dgm:prSet>
      <dgm:spPr/>
    </dgm:pt>
    <dgm:pt modelId="{9BDFBF54-A06D-4759-A92F-3FAB455E8641}" type="pres">
      <dgm:prSet presAssocID="{1A2FF41E-1D31-401D-AA49-5F967FD688AE}" presName="spaceBetweenRectangles" presStyleCnt="0"/>
      <dgm:spPr/>
    </dgm:pt>
    <dgm:pt modelId="{774C168A-1C92-485C-91E7-E60C193BA400}" type="pres">
      <dgm:prSet presAssocID="{AF1EDBC0-D1A2-4D7E-B1AC-F26AC64CCA0F}" presName="parentLin" presStyleCnt="0"/>
      <dgm:spPr/>
    </dgm:pt>
    <dgm:pt modelId="{DFD5E053-0165-4456-A844-6895EF6F1583}" type="pres">
      <dgm:prSet presAssocID="{AF1EDBC0-D1A2-4D7E-B1AC-F26AC64CCA0F}" presName="parentLeftMargin" presStyleLbl="node1" presStyleIdx="1" presStyleCnt="3"/>
      <dgm:spPr/>
    </dgm:pt>
    <dgm:pt modelId="{E83234FA-56FB-4765-9462-CEB61CE5245C}" type="pres">
      <dgm:prSet presAssocID="{AF1EDBC0-D1A2-4D7E-B1AC-F26AC64CCA0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8DA1926-4BA7-4F38-A03B-04F575F949F6}" type="pres">
      <dgm:prSet presAssocID="{AF1EDBC0-D1A2-4D7E-B1AC-F26AC64CCA0F}" presName="negativeSpace" presStyleCnt="0"/>
      <dgm:spPr/>
    </dgm:pt>
    <dgm:pt modelId="{EC8EDAC2-286D-40CA-8B36-6F4101F590D4}" type="pres">
      <dgm:prSet presAssocID="{AF1EDBC0-D1A2-4D7E-B1AC-F26AC64CCA0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AC85D02-BD9A-427D-8D91-0443E08EC62F}" type="presOf" srcId="{6ACE2323-6A4C-466D-8340-2CF735863C38}" destId="{E146E8A3-7CE5-485F-B925-51164FF6E7BE}" srcOrd="0" destOrd="0" presId="urn:microsoft.com/office/officeart/2005/8/layout/list1"/>
    <dgm:cxn modelId="{0FE07708-3CA9-4A22-AEEC-B5D98AE77489}" type="presOf" srcId="{C67168B9-E0B9-4E5A-91CB-D7BF01816326}" destId="{EC8EDAC2-286D-40CA-8B36-6F4101F590D4}" srcOrd="0" destOrd="0" presId="urn:microsoft.com/office/officeart/2005/8/layout/list1"/>
    <dgm:cxn modelId="{F43BB011-F715-4F87-8766-6D69E6B8F882}" type="presOf" srcId="{FBCF1A47-A8E4-454C-AC8C-29DF0B1B5E8D}" destId="{E146E8A3-7CE5-485F-B925-51164FF6E7BE}" srcOrd="0" destOrd="1" presId="urn:microsoft.com/office/officeart/2005/8/layout/list1"/>
    <dgm:cxn modelId="{C132B311-D29F-419C-8D8F-160E2F7F28C2}" srcId="{6BEAAFA4-DAE9-4BD8-A07B-B615428B21C3}" destId="{9EE1302E-6067-4DF7-A846-03E444F7FE05}" srcOrd="2" destOrd="0" parTransId="{C7839867-2DD3-4BFA-8375-F070B940C616}" sibTransId="{7185E3BB-3030-4415-A23D-C2F73C77B4DB}"/>
    <dgm:cxn modelId="{596FA327-9727-4846-88BB-A6EB237387E2}" type="presOf" srcId="{6BEAAFA4-DAE9-4BD8-A07B-B615428B21C3}" destId="{6F0C553C-E92E-41BC-8EBF-EB8FD4087B56}" srcOrd="1" destOrd="0" presId="urn:microsoft.com/office/officeart/2005/8/layout/list1"/>
    <dgm:cxn modelId="{C603B62D-C14C-4E3D-8C2F-A9CADE6D36D7}" srcId="{B2A305FD-91E4-46CD-80A6-57796844FEA9}" destId="{6BEAAFA4-DAE9-4BD8-A07B-B615428B21C3}" srcOrd="1" destOrd="0" parTransId="{FAD1829E-D9FC-46F9-94D2-2ABCB6DE21BC}" sibTransId="{1A2FF41E-1D31-401D-AA49-5F967FD688AE}"/>
    <dgm:cxn modelId="{0FBC4C5B-1FD0-4AC7-AA12-A8DF98C69181}" srcId="{AF1EDBC0-D1A2-4D7E-B1AC-F26AC64CCA0F}" destId="{C67168B9-E0B9-4E5A-91CB-D7BF01816326}" srcOrd="0" destOrd="0" parTransId="{3ECD1C6E-01F5-4808-BB10-1C64553667E8}" sibTransId="{9F129733-0DE1-4CAD-84C0-9E7741E5447B}"/>
    <dgm:cxn modelId="{E507FA5C-CE16-42FB-85F7-057A77EDFB19}" srcId="{B2A305FD-91E4-46CD-80A6-57796844FEA9}" destId="{93833E0A-D47E-4BC7-84EA-E527BC739C9B}" srcOrd="0" destOrd="0" parTransId="{AEE71428-36C4-4E08-A048-27BAE25CB602}" sibTransId="{38C3F90D-7C11-4770-A07E-7F06065EDFD2}"/>
    <dgm:cxn modelId="{164B3A60-1691-4859-8D39-34FC8FF8E53E}" type="presOf" srcId="{6BEAAFA4-DAE9-4BD8-A07B-B615428B21C3}" destId="{7C217C41-CF41-42DF-926D-97E4DAD40C88}" srcOrd="0" destOrd="0" presId="urn:microsoft.com/office/officeart/2005/8/layout/list1"/>
    <dgm:cxn modelId="{10154460-C947-4433-AE44-8C90ADC33751}" type="presOf" srcId="{AF1EDBC0-D1A2-4D7E-B1AC-F26AC64CCA0F}" destId="{DFD5E053-0165-4456-A844-6895EF6F1583}" srcOrd="0" destOrd="0" presId="urn:microsoft.com/office/officeart/2005/8/layout/list1"/>
    <dgm:cxn modelId="{5EF96766-F48C-4534-8C21-0D44429E1130}" srcId="{6BEAAFA4-DAE9-4BD8-A07B-B615428B21C3}" destId="{FBCF1A47-A8E4-454C-AC8C-29DF0B1B5E8D}" srcOrd="1" destOrd="0" parTransId="{A536E091-9353-4EEF-B1F8-BA63220AD13F}" sibTransId="{86EED513-5BDD-491A-8683-18B4C709D910}"/>
    <dgm:cxn modelId="{85CD0869-58A9-487B-AAE2-D2D1743C306C}" type="presOf" srcId="{93833E0A-D47E-4BC7-84EA-E527BC739C9B}" destId="{BD16ECC1-C0F9-4DA8-8EC8-CF7833736532}" srcOrd="0" destOrd="0" presId="urn:microsoft.com/office/officeart/2005/8/layout/list1"/>
    <dgm:cxn modelId="{F4A7324A-C8BD-4FD5-BB52-32D96D2BE3CA}" type="presOf" srcId="{AF1EDBC0-D1A2-4D7E-B1AC-F26AC64CCA0F}" destId="{E83234FA-56FB-4765-9462-CEB61CE5245C}" srcOrd="1" destOrd="0" presId="urn:microsoft.com/office/officeart/2005/8/layout/list1"/>
    <dgm:cxn modelId="{474EF554-D58D-4DF2-8141-7A1145C4AB56}" srcId="{93833E0A-D47E-4BC7-84EA-E527BC739C9B}" destId="{745033B2-644C-4D59-830F-AAE717B92247}" srcOrd="0" destOrd="0" parTransId="{C279DE11-7EA4-4CF6-936F-A70563CE8A86}" sibTransId="{9ECC80E0-DBED-4C30-855A-11B47582C0FD}"/>
    <dgm:cxn modelId="{222205A2-FCAB-49F5-8034-3932E7E1D28E}" type="presOf" srcId="{9EE1302E-6067-4DF7-A846-03E444F7FE05}" destId="{E146E8A3-7CE5-485F-B925-51164FF6E7BE}" srcOrd="0" destOrd="2" presId="urn:microsoft.com/office/officeart/2005/8/layout/list1"/>
    <dgm:cxn modelId="{EC6242A3-7005-4A0A-90C4-02D7CD86B7AE}" type="presOf" srcId="{081EA9BC-C6DC-461D-95B4-801E93483419}" destId="{41D288FB-E1D8-4B07-9DCC-DCC4218DFCA5}" srcOrd="0" destOrd="1" presId="urn:microsoft.com/office/officeart/2005/8/layout/list1"/>
    <dgm:cxn modelId="{244120C8-6194-4A63-AE23-976170FA1151}" type="presOf" srcId="{B2A305FD-91E4-46CD-80A6-57796844FEA9}" destId="{364F0E37-4639-4D1F-BBEE-918F6AFEF7F3}" srcOrd="0" destOrd="0" presId="urn:microsoft.com/office/officeart/2005/8/layout/list1"/>
    <dgm:cxn modelId="{61F05CCD-1BC8-4C8B-BCD7-DB62AEA36D14}" type="presOf" srcId="{93833E0A-D47E-4BC7-84EA-E527BC739C9B}" destId="{D9594602-F21A-41E1-A554-392D926D1AD1}" srcOrd="1" destOrd="0" presId="urn:microsoft.com/office/officeart/2005/8/layout/list1"/>
    <dgm:cxn modelId="{FFDC0ED2-75FE-4295-9CD6-F8D4CCEF2ED4}" srcId="{B2A305FD-91E4-46CD-80A6-57796844FEA9}" destId="{AF1EDBC0-D1A2-4D7E-B1AC-F26AC64CCA0F}" srcOrd="2" destOrd="0" parTransId="{11DB1DCA-2BE9-4DCB-B6A5-CC802A262188}" sibTransId="{ED88B4B7-3891-44BE-AD48-B9C58A67369D}"/>
    <dgm:cxn modelId="{A6CED7D3-8B44-4BE4-933E-C1DB59B57C15}" type="presOf" srcId="{745033B2-644C-4D59-830F-AAE717B92247}" destId="{41D288FB-E1D8-4B07-9DCC-DCC4218DFCA5}" srcOrd="0" destOrd="0" presId="urn:microsoft.com/office/officeart/2005/8/layout/list1"/>
    <dgm:cxn modelId="{2848C0F6-4A39-4EBF-B6C1-A711BF4A0366}" srcId="{93833E0A-D47E-4BC7-84EA-E527BC739C9B}" destId="{081EA9BC-C6DC-461D-95B4-801E93483419}" srcOrd="1" destOrd="0" parTransId="{D618DB7E-8F71-4DC4-A29B-9E9C72FB554C}" sibTransId="{5130DF7F-420D-42DD-94E0-5837E29FB023}"/>
    <dgm:cxn modelId="{55E7DDF7-EEEF-41B7-B97A-D78FAF4663E2}" srcId="{6BEAAFA4-DAE9-4BD8-A07B-B615428B21C3}" destId="{6ACE2323-6A4C-466D-8340-2CF735863C38}" srcOrd="0" destOrd="0" parTransId="{3EEB6553-2750-416F-AD7E-3A68C989F933}" sibTransId="{A56F9507-C69F-4E97-8925-B77BD23CCDEB}"/>
    <dgm:cxn modelId="{B1B7D5E2-FEE2-462F-A2CE-B0283E9CCE23}" type="presParOf" srcId="{364F0E37-4639-4D1F-BBEE-918F6AFEF7F3}" destId="{BD1A5BFB-97D5-4BB1-9333-334E4E45AD4A}" srcOrd="0" destOrd="0" presId="urn:microsoft.com/office/officeart/2005/8/layout/list1"/>
    <dgm:cxn modelId="{1068E97F-D499-408C-8732-1B82BAC4945F}" type="presParOf" srcId="{BD1A5BFB-97D5-4BB1-9333-334E4E45AD4A}" destId="{BD16ECC1-C0F9-4DA8-8EC8-CF7833736532}" srcOrd="0" destOrd="0" presId="urn:microsoft.com/office/officeart/2005/8/layout/list1"/>
    <dgm:cxn modelId="{0C5D6C1E-3458-4B19-B277-AF7C8DFBD7D7}" type="presParOf" srcId="{BD1A5BFB-97D5-4BB1-9333-334E4E45AD4A}" destId="{D9594602-F21A-41E1-A554-392D926D1AD1}" srcOrd="1" destOrd="0" presId="urn:microsoft.com/office/officeart/2005/8/layout/list1"/>
    <dgm:cxn modelId="{0A93D499-5940-4FD6-ACB1-592689255EC6}" type="presParOf" srcId="{364F0E37-4639-4D1F-BBEE-918F6AFEF7F3}" destId="{5AEBEDEC-D254-4C02-B34B-F02CB70BCE9B}" srcOrd="1" destOrd="0" presId="urn:microsoft.com/office/officeart/2005/8/layout/list1"/>
    <dgm:cxn modelId="{967158DB-A886-435B-9BC2-AC2E4A023FEE}" type="presParOf" srcId="{364F0E37-4639-4D1F-BBEE-918F6AFEF7F3}" destId="{41D288FB-E1D8-4B07-9DCC-DCC4218DFCA5}" srcOrd="2" destOrd="0" presId="urn:microsoft.com/office/officeart/2005/8/layout/list1"/>
    <dgm:cxn modelId="{68A1349B-713F-40DF-B306-195916B6AC8D}" type="presParOf" srcId="{364F0E37-4639-4D1F-BBEE-918F6AFEF7F3}" destId="{790EDE54-B483-46BD-BBD0-E285A6079B7F}" srcOrd="3" destOrd="0" presId="urn:microsoft.com/office/officeart/2005/8/layout/list1"/>
    <dgm:cxn modelId="{7AFEFF35-0A32-4FB8-A669-FF403F56B9FE}" type="presParOf" srcId="{364F0E37-4639-4D1F-BBEE-918F6AFEF7F3}" destId="{D0BC0911-4A55-4371-8BE1-6593E7F735CE}" srcOrd="4" destOrd="0" presId="urn:microsoft.com/office/officeart/2005/8/layout/list1"/>
    <dgm:cxn modelId="{17284EAD-9887-4DD9-BCFB-4ED342419A3C}" type="presParOf" srcId="{D0BC0911-4A55-4371-8BE1-6593E7F735CE}" destId="{7C217C41-CF41-42DF-926D-97E4DAD40C88}" srcOrd="0" destOrd="0" presId="urn:microsoft.com/office/officeart/2005/8/layout/list1"/>
    <dgm:cxn modelId="{4786C7AC-D6A1-4DBD-9AEE-4DB03CB623CD}" type="presParOf" srcId="{D0BC0911-4A55-4371-8BE1-6593E7F735CE}" destId="{6F0C553C-E92E-41BC-8EBF-EB8FD4087B56}" srcOrd="1" destOrd="0" presId="urn:microsoft.com/office/officeart/2005/8/layout/list1"/>
    <dgm:cxn modelId="{C7ABA2D9-190B-42C7-966A-BCD32297BEC2}" type="presParOf" srcId="{364F0E37-4639-4D1F-BBEE-918F6AFEF7F3}" destId="{A85B8F09-18ED-4968-A6F2-F70D658D9686}" srcOrd="5" destOrd="0" presId="urn:microsoft.com/office/officeart/2005/8/layout/list1"/>
    <dgm:cxn modelId="{FF2E9F22-462B-4FAE-83E6-A27AF38A99DF}" type="presParOf" srcId="{364F0E37-4639-4D1F-BBEE-918F6AFEF7F3}" destId="{E146E8A3-7CE5-485F-B925-51164FF6E7BE}" srcOrd="6" destOrd="0" presId="urn:microsoft.com/office/officeart/2005/8/layout/list1"/>
    <dgm:cxn modelId="{C5D354C4-F435-4A40-A9D0-C02025C4D7A5}" type="presParOf" srcId="{364F0E37-4639-4D1F-BBEE-918F6AFEF7F3}" destId="{9BDFBF54-A06D-4759-A92F-3FAB455E8641}" srcOrd="7" destOrd="0" presId="urn:microsoft.com/office/officeart/2005/8/layout/list1"/>
    <dgm:cxn modelId="{78A3A0EF-E131-44AC-B641-8652E0F29E29}" type="presParOf" srcId="{364F0E37-4639-4D1F-BBEE-918F6AFEF7F3}" destId="{774C168A-1C92-485C-91E7-E60C193BA400}" srcOrd="8" destOrd="0" presId="urn:microsoft.com/office/officeart/2005/8/layout/list1"/>
    <dgm:cxn modelId="{E0AC0C91-C29B-42E8-B9D4-96952FE6C8DD}" type="presParOf" srcId="{774C168A-1C92-485C-91E7-E60C193BA400}" destId="{DFD5E053-0165-4456-A844-6895EF6F1583}" srcOrd="0" destOrd="0" presId="urn:microsoft.com/office/officeart/2005/8/layout/list1"/>
    <dgm:cxn modelId="{F527F612-B23D-4247-96CC-00FBCD4A01B9}" type="presParOf" srcId="{774C168A-1C92-485C-91E7-E60C193BA400}" destId="{E83234FA-56FB-4765-9462-CEB61CE5245C}" srcOrd="1" destOrd="0" presId="urn:microsoft.com/office/officeart/2005/8/layout/list1"/>
    <dgm:cxn modelId="{21A35F48-4F36-4B30-8161-D12201CD6AD6}" type="presParOf" srcId="{364F0E37-4639-4D1F-BBEE-918F6AFEF7F3}" destId="{E8DA1926-4BA7-4F38-A03B-04F575F949F6}" srcOrd="9" destOrd="0" presId="urn:microsoft.com/office/officeart/2005/8/layout/list1"/>
    <dgm:cxn modelId="{4E7E2214-FDD4-49AD-AEAB-51D26EA9505C}" type="presParOf" srcId="{364F0E37-4639-4D1F-BBEE-918F6AFEF7F3}" destId="{EC8EDAC2-286D-40CA-8B36-6F4101F590D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DB33E9-FA35-4CA5-8ABB-BB7AB2177ACE}" type="doc">
      <dgm:prSet loTypeId="urn:microsoft.com/office/officeart/2005/8/layout/hProcess9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28060A6-65CE-44C9-9160-776B3845CD20}">
      <dgm:prSet/>
      <dgm:spPr/>
      <dgm:t>
        <a:bodyPr/>
        <a:lstStyle/>
        <a:p>
          <a:r>
            <a:rPr lang="en-US" b="1" i="0" baseline="0" noProof="1"/>
            <a:t>The "Index Alignment" Risk:</a:t>
          </a:r>
          <a:r>
            <a:rPr lang="en-US" b="0" i="0" baseline="0" noProof="1"/>
            <a:t> Python and Rust must map User ID 100 to the exact same internal matrix index.</a:t>
          </a:r>
          <a:endParaRPr lang="en-US" noProof="1"/>
        </a:p>
      </dgm:t>
    </dgm:pt>
    <dgm:pt modelId="{3910DF86-59B7-4FFB-BC7D-31E062DF5B4E}" type="parTrans" cxnId="{5CF1B48B-95EE-40C4-AE69-F087B1BE509D}">
      <dgm:prSet/>
      <dgm:spPr/>
      <dgm:t>
        <a:bodyPr/>
        <a:lstStyle/>
        <a:p>
          <a:endParaRPr lang="en-US"/>
        </a:p>
      </dgm:t>
    </dgm:pt>
    <dgm:pt modelId="{26763054-8FC0-4C9B-B1AC-54479820FA9D}" type="sibTrans" cxnId="{5CF1B48B-95EE-40C4-AE69-F087B1BE509D}">
      <dgm:prSet/>
      <dgm:spPr/>
      <dgm:t>
        <a:bodyPr/>
        <a:lstStyle/>
        <a:p>
          <a:endParaRPr lang="en-US"/>
        </a:p>
      </dgm:t>
    </dgm:pt>
    <dgm:pt modelId="{53688301-C0BD-441D-8B2C-A57AB3C0F0A9}">
      <dgm:prSet/>
      <dgm:spPr/>
      <dgm:t>
        <a:bodyPr/>
        <a:lstStyle/>
        <a:p>
          <a:r>
            <a:rPr lang="en-US" b="1" i="0" baseline="0" noProof="1"/>
            <a:t>Verification Strategy:</a:t>
          </a:r>
        </a:p>
        <a:p>
          <a:r>
            <a:rPr lang="en-US" noProof="1"/>
            <a:t>Using test in Rust.</a:t>
          </a:r>
        </a:p>
      </dgm:t>
    </dgm:pt>
    <dgm:pt modelId="{2E683CAD-096F-497A-A8C8-518936839666}" type="parTrans" cxnId="{F3275066-23D1-4C86-AA67-C7D8F05447E5}">
      <dgm:prSet/>
      <dgm:spPr/>
      <dgm:t>
        <a:bodyPr/>
        <a:lstStyle/>
        <a:p>
          <a:endParaRPr lang="en-US"/>
        </a:p>
      </dgm:t>
    </dgm:pt>
    <dgm:pt modelId="{BA24C1AA-A992-4381-97F3-48D8E49B00C7}" type="sibTrans" cxnId="{F3275066-23D1-4C86-AA67-C7D8F05447E5}">
      <dgm:prSet/>
      <dgm:spPr/>
      <dgm:t>
        <a:bodyPr/>
        <a:lstStyle/>
        <a:p>
          <a:endParaRPr lang="en-US"/>
        </a:p>
      </dgm:t>
    </dgm:pt>
    <dgm:pt modelId="{4C6B0AE9-25CE-4C3A-8D23-4ED564DFBD8B}">
      <dgm:prSet/>
      <dgm:spPr/>
      <dgm:t>
        <a:bodyPr/>
        <a:lstStyle/>
        <a:p>
          <a:r>
            <a:rPr lang="en-US" b="1" i="0" baseline="0" noProof="1"/>
            <a:t>Dual Implementation:</a:t>
          </a:r>
          <a:r>
            <a:rPr lang="en-US" b="0" i="0" baseline="0" noProof="1"/>
            <a:t> Replicated the CSV parsing logic in Rust.</a:t>
          </a:r>
          <a:endParaRPr lang="en-US" noProof="1"/>
        </a:p>
      </dgm:t>
    </dgm:pt>
    <dgm:pt modelId="{8A191779-486F-4F2B-BFCD-04A485E425C0}" type="parTrans" cxnId="{14F5ACBD-BAB6-4F6F-BBA9-21565BFFAE7C}">
      <dgm:prSet/>
      <dgm:spPr/>
      <dgm:t>
        <a:bodyPr/>
        <a:lstStyle/>
        <a:p>
          <a:endParaRPr lang="en-US"/>
        </a:p>
      </dgm:t>
    </dgm:pt>
    <dgm:pt modelId="{B3493EA0-1DE5-46A7-8EE5-73B75D5E9CA0}" type="sibTrans" cxnId="{14F5ACBD-BAB6-4F6F-BBA9-21565BFFAE7C}">
      <dgm:prSet/>
      <dgm:spPr/>
      <dgm:t>
        <a:bodyPr/>
        <a:lstStyle/>
        <a:p>
          <a:endParaRPr lang="en-US"/>
        </a:p>
      </dgm:t>
    </dgm:pt>
    <dgm:pt modelId="{CCB687B8-38ED-4A53-AF91-EE0D09DE2CAD}">
      <dgm:prSet/>
      <dgm:spPr/>
      <dgm:t>
        <a:bodyPr/>
        <a:lstStyle/>
        <a:p>
          <a:r>
            <a:rPr lang="en-US" b="1" i="0" baseline="0" noProof="1"/>
            <a:t>Automated Tests:</a:t>
          </a:r>
          <a:endParaRPr lang="en-US" noProof="1"/>
        </a:p>
      </dgm:t>
    </dgm:pt>
    <dgm:pt modelId="{77F3C1C2-3573-46B7-8A45-754F4962AAA9}" type="parTrans" cxnId="{BE65EC1C-20C2-477A-BE43-4D348CF90E04}">
      <dgm:prSet/>
      <dgm:spPr/>
      <dgm:t>
        <a:bodyPr/>
        <a:lstStyle/>
        <a:p>
          <a:endParaRPr lang="en-US"/>
        </a:p>
      </dgm:t>
    </dgm:pt>
    <dgm:pt modelId="{1EBF0B53-B757-4F99-998F-CD27B8E47B94}" type="sibTrans" cxnId="{BE65EC1C-20C2-477A-BE43-4D348CF90E04}">
      <dgm:prSet/>
      <dgm:spPr/>
      <dgm:t>
        <a:bodyPr/>
        <a:lstStyle/>
        <a:p>
          <a:endParaRPr lang="en-US"/>
        </a:p>
      </dgm:t>
    </dgm:pt>
    <dgm:pt modelId="{EFFA9C04-D32F-4501-9FE1-360EF66E1BA2}">
      <dgm:prSet/>
      <dgm:spPr/>
      <dgm:t>
        <a:bodyPr/>
        <a:lstStyle/>
        <a:p>
          <a:r>
            <a:rPr lang="en-US" b="1" i="0" baseline="0" noProof="1"/>
            <a:t>Dataset Dimensions:</a:t>
          </a:r>
          <a:r>
            <a:rPr lang="en-US" b="0" i="0" baseline="0" noProof="1"/>
            <a:t> Asserting user/item counts match.</a:t>
          </a:r>
          <a:endParaRPr lang="en-US" noProof="1"/>
        </a:p>
      </dgm:t>
    </dgm:pt>
    <dgm:pt modelId="{23C912B3-31EF-4214-B847-0688989C6166}" type="parTrans" cxnId="{C0D3AB1A-92C3-43C2-B0CB-B6BF5F788B5C}">
      <dgm:prSet/>
      <dgm:spPr/>
      <dgm:t>
        <a:bodyPr/>
        <a:lstStyle/>
        <a:p>
          <a:endParaRPr lang="en-US"/>
        </a:p>
      </dgm:t>
    </dgm:pt>
    <dgm:pt modelId="{CB9F6DD1-3F73-4186-AFBE-3FC17098F6C6}" type="sibTrans" cxnId="{C0D3AB1A-92C3-43C2-B0CB-B6BF5F788B5C}">
      <dgm:prSet/>
      <dgm:spPr/>
      <dgm:t>
        <a:bodyPr/>
        <a:lstStyle/>
        <a:p>
          <a:endParaRPr lang="en-US"/>
        </a:p>
      </dgm:t>
    </dgm:pt>
    <dgm:pt modelId="{41D98ED6-A608-482D-AC6E-098DDF78B9F5}">
      <dgm:prSet/>
      <dgm:spPr/>
      <dgm:t>
        <a:bodyPr/>
        <a:lstStyle/>
        <a:p>
          <a:r>
            <a:rPr lang="en-US" b="1" i="0" baseline="0" noProof="1"/>
            <a:t>ID Mapping:</a:t>
          </a:r>
          <a:r>
            <a:rPr lang="en-US" b="0" i="0" baseline="0" noProof="1"/>
            <a:t> Checking specific random IDs in both systems.</a:t>
          </a:r>
          <a:endParaRPr lang="en-US" noProof="1"/>
        </a:p>
      </dgm:t>
    </dgm:pt>
    <dgm:pt modelId="{9EF4AC05-2A2E-4ADF-9C67-180C0DB472DC}" type="parTrans" cxnId="{18196328-CB53-48A4-A37D-7838016C263E}">
      <dgm:prSet/>
      <dgm:spPr/>
      <dgm:t>
        <a:bodyPr/>
        <a:lstStyle/>
        <a:p>
          <a:endParaRPr lang="en-US"/>
        </a:p>
      </dgm:t>
    </dgm:pt>
    <dgm:pt modelId="{FB59F334-144B-43A9-9471-018C83EEF8A1}" type="sibTrans" cxnId="{18196328-CB53-48A4-A37D-7838016C263E}">
      <dgm:prSet/>
      <dgm:spPr/>
      <dgm:t>
        <a:bodyPr/>
        <a:lstStyle/>
        <a:p>
          <a:endParaRPr lang="en-US"/>
        </a:p>
      </dgm:t>
    </dgm:pt>
    <dgm:pt modelId="{DD3590B2-D5BE-47E1-88C4-ADAD61CB15D6}">
      <dgm:prSet/>
      <dgm:spPr/>
      <dgm:t>
        <a:bodyPr/>
        <a:lstStyle/>
        <a:p>
          <a:r>
            <a:rPr lang="en-US" b="1" i="0" baseline="0" noProof="1"/>
            <a:t>History Check:</a:t>
          </a:r>
          <a:r>
            <a:rPr lang="en-US" b="0" i="0" baseline="0" noProof="1"/>
            <a:t> Verifying user history length matches exactly.</a:t>
          </a:r>
          <a:endParaRPr lang="en-US" noProof="1"/>
        </a:p>
      </dgm:t>
    </dgm:pt>
    <dgm:pt modelId="{ACD97507-C9EA-4D4D-B496-46F1D10B1630}" type="parTrans" cxnId="{61F1F380-3724-4196-A8EB-4A603C6F6288}">
      <dgm:prSet/>
      <dgm:spPr/>
      <dgm:t>
        <a:bodyPr/>
        <a:lstStyle/>
        <a:p>
          <a:endParaRPr lang="en-US"/>
        </a:p>
      </dgm:t>
    </dgm:pt>
    <dgm:pt modelId="{AF66B13A-40FE-42DF-A55E-0B82D54DE79A}" type="sibTrans" cxnId="{61F1F380-3724-4196-A8EB-4A603C6F6288}">
      <dgm:prSet/>
      <dgm:spPr/>
      <dgm:t>
        <a:bodyPr/>
        <a:lstStyle/>
        <a:p>
          <a:endParaRPr lang="en-US"/>
        </a:p>
      </dgm:t>
    </dgm:pt>
    <dgm:pt modelId="{2ECB89A8-B6AE-429D-BA87-A23276D151F8}">
      <dgm:prSet/>
      <dgm:spPr/>
      <dgm:t>
        <a:bodyPr/>
        <a:lstStyle/>
        <a:p>
          <a:r>
            <a:rPr lang="en-US" b="1" i="0" baseline="0" noProof="1"/>
            <a:t>Outcome:</a:t>
          </a:r>
          <a:r>
            <a:rPr lang="en-US" b="0" i="0" baseline="0" noProof="1"/>
            <a:t> 100% alignment between Python training data and Rust serving data.</a:t>
          </a:r>
          <a:endParaRPr lang="en-US" noProof="1"/>
        </a:p>
      </dgm:t>
    </dgm:pt>
    <dgm:pt modelId="{5E697050-E15E-417A-86D6-F556EC3797ED}" type="parTrans" cxnId="{DC1AE985-FBFB-4705-A5CB-7F533EBA5144}">
      <dgm:prSet/>
      <dgm:spPr/>
      <dgm:t>
        <a:bodyPr/>
        <a:lstStyle/>
        <a:p>
          <a:endParaRPr lang="en-US"/>
        </a:p>
      </dgm:t>
    </dgm:pt>
    <dgm:pt modelId="{374BFFBF-94DD-4C66-8CA4-6A2F67944EE0}" type="sibTrans" cxnId="{DC1AE985-FBFB-4705-A5CB-7F533EBA5144}">
      <dgm:prSet/>
      <dgm:spPr/>
      <dgm:t>
        <a:bodyPr/>
        <a:lstStyle/>
        <a:p>
          <a:endParaRPr lang="en-US"/>
        </a:p>
      </dgm:t>
    </dgm:pt>
    <dgm:pt modelId="{2C6FECE9-E257-4C48-BD3A-99769AF20B11}" type="pres">
      <dgm:prSet presAssocID="{52DB33E9-FA35-4CA5-8ABB-BB7AB2177ACE}" presName="CompostProcess" presStyleCnt="0">
        <dgm:presLayoutVars>
          <dgm:dir/>
          <dgm:resizeHandles val="exact"/>
        </dgm:presLayoutVars>
      </dgm:prSet>
      <dgm:spPr/>
    </dgm:pt>
    <dgm:pt modelId="{2ECFE5B8-64E9-4814-8FD2-9EF161DB7A65}" type="pres">
      <dgm:prSet presAssocID="{52DB33E9-FA35-4CA5-8ABB-BB7AB2177ACE}" presName="arrow" presStyleLbl="bgShp" presStyleIdx="0" presStyleCnt="1"/>
      <dgm:spPr/>
    </dgm:pt>
    <dgm:pt modelId="{DB51887A-6ADA-41CB-A9DA-67C93D0E4F42}" type="pres">
      <dgm:prSet presAssocID="{52DB33E9-FA35-4CA5-8ABB-BB7AB2177ACE}" presName="linearProcess" presStyleCnt="0"/>
      <dgm:spPr/>
    </dgm:pt>
    <dgm:pt modelId="{CE034D75-90F0-4ADF-B7BC-2BF93FD83FD9}" type="pres">
      <dgm:prSet presAssocID="{028060A6-65CE-44C9-9160-776B3845CD20}" presName="textNode" presStyleLbl="node1" presStyleIdx="0" presStyleCnt="5">
        <dgm:presLayoutVars>
          <dgm:bulletEnabled val="1"/>
        </dgm:presLayoutVars>
      </dgm:prSet>
      <dgm:spPr/>
    </dgm:pt>
    <dgm:pt modelId="{F04A09F8-5FC4-4574-BC9A-EC6DC461B63E}" type="pres">
      <dgm:prSet presAssocID="{26763054-8FC0-4C9B-B1AC-54479820FA9D}" presName="sibTrans" presStyleCnt="0"/>
      <dgm:spPr/>
    </dgm:pt>
    <dgm:pt modelId="{436C1C37-6924-402B-86A1-9CCEF23BDF82}" type="pres">
      <dgm:prSet presAssocID="{53688301-C0BD-441D-8B2C-A57AB3C0F0A9}" presName="textNode" presStyleLbl="node1" presStyleIdx="1" presStyleCnt="5">
        <dgm:presLayoutVars>
          <dgm:bulletEnabled val="1"/>
        </dgm:presLayoutVars>
      </dgm:prSet>
      <dgm:spPr/>
    </dgm:pt>
    <dgm:pt modelId="{4461E6DD-C77C-4968-9307-05BC143F2D5F}" type="pres">
      <dgm:prSet presAssocID="{BA24C1AA-A992-4381-97F3-48D8E49B00C7}" presName="sibTrans" presStyleCnt="0"/>
      <dgm:spPr/>
    </dgm:pt>
    <dgm:pt modelId="{6931E266-8DD8-47DE-92DE-2538609CFD15}" type="pres">
      <dgm:prSet presAssocID="{4C6B0AE9-25CE-4C3A-8D23-4ED564DFBD8B}" presName="textNode" presStyleLbl="node1" presStyleIdx="2" presStyleCnt="5">
        <dgm:presLayoutVars>
          <dgm:bulletEnabled val="1"/>
        </dgm:presLayoutVars>
      </dgm:prSet>
      <dgm:spPr/>
    </dgm:pt>
    <dgm:pt modelId="{68832F30-D117-40FB-A060-0E14387E333B}" type="pres">
      <dgm:prSet presAssocID="{B3493EA0-1DE5-46A7-8EE5-73B75D5E9CA0}" presName="sibTrans" presStyleCnt="0"/>
      <dgm:spPr/>
    </dgm:pt>
    <dgm:pt modelId="{C22224F9-F05D-4F5B-8248-D68F897684FC}" type="pres">
      <dgm:prSet presAssocID="{CCB687B8-38ED-4A53-AF91-EE0D09DE2CAD}" presName="textNode" presStyleLbl="node1" presStyleIdx="3" presStyleCnt="5">
        <dgm:presLayoutVars>
          <dgm:bulletEnabled val="1"/>
        </dgm:presLayoutVars>
      </dgm:prSet>
      <dgm:spPr/>
    </dgm:pt>
    <dgm:pt modelId="{EE618C05-3E8B-42F1-813E-5270E07A170D}" type="pres">
      <dgm:prSet presAssocID="{1EBF0B53-B757-4F99-998F-CD27B8E47B94}" presName="sibTrans" presStyleCnt="0"/>
      <dgm:spPr/>
    </dgm:pt>
    <dgm:pt modelId="{3BF035A1-6B52-4026-A21D-FB38D9795D43}" type="pres">
      <dgm:prSet presAssocID="{2ECB89A8-B6AE-429D-BA87-A23276D151F8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C0D3AB1A-92C3-43C2-B0CB-B6BF5F788B5C}" srcId="{CCB687B8-38ED-4A53-AF91-EE0D09DE2CAD}" destId="{EFFA9C04-D32F-4501-9FE1-360EF66E1BA2}" srcOrd="0" destOrd="0" parTransId="{23C912B3-31EF-4214-B847-0688989C6166}" sibTransId="{CB9F6DD1-3F73-4186-AFBE-3FC17098F6C6}"/>
    <dgm:cxn modelId="{BE65EC1C-20C2-477A-BE43-4D348CF90E04}" srcId="{52DB33E9-FA35-4CA5-8ABB-BB7AB2177ACE}" destId="{CCB687B8-38ED-4A53-AF91-EE0D09DE2CAD}" srcOrd="3" destOrd="0" parTransId="{77F3C1C2-3573-46B7-8A45-754F4962AAA9}" sibTransId="{1EBF0B53-B757-4F99-998F-CD27B8E47B94}"/>
    <dgm:cxn modelId="{BA4FF125-6B7C-40AE-B6DD-CC3CF0E5AE25}" type="presOf" srcId="{2ECB89A8-B6AE-429D-BA87-A23276D151F8}" destId="{3BF035A1-6B52-4026-A21D-FB38D9795D43}" srcOrd="0" destOrd="0" presId="urn:microsoft.com/office/officeart/2005/8/layout/hProcess9"/>
    <dgm:cxn modelId="{18196328-CB53-48A4-A37D-7838016C263E}" srcId="{CCB687B8-38ED-4A53-AF91-EE0D09DE2CAD}" destId="{41D98ED6-A608-482D-AC6E-098DDF78B9F5}" srcOrd="1" destOrd="0" parTransId="{9EF4AC05-2A2E-4ADF-9C67-180C0DB472DC}" sibTransId="{FB59F334-144B-43A9-9471-018C83EEF8A1}"/>
    <dgm:cxn modelId="{F3275066-23D1-4C86-AA67-C7D8F05447E5}" srcId="{52DB33E9-FA35-4CA5-8ABB-BB7AB2177ACE}" destId="{53688301-C0BD-441D-8B2C-A57AB3C0F0A9}" srcOrd="1" destOrd="0" parTransId="{2E683CAD-096F-497A-A8C8-518936839666}" sibTransId="{BA24C1AA-A992-4381-97F3-48D8E49B00C7}"/>
    <dgm:cxn modelId="{F8087253-4B09-4218-B7F1-C5FCF4ED2BF5}" type="presOf" srcId="{028060A6-65CE-44C9-9160-776B3845CD20}" destId="{CE034D75-90F0-4ADF-B7BC-2BF93FD83FD9}" srcOrd="0" destOrd="0" presId="urn:microsoft.com/office/officeart/2005/8/layout/hProcess9"/>
    <dgm:cxn modelId="{DED54158-69D2-40E5-9C66-8E6A71E7909A}" type="presOf" srcId="{52DB33E9-FA35-4CA5-8ABB-BB7AB2177ACE}" destId="{2C6FECE9-E257-4C48-BD3A-99769AF20B11}" srcOrd="0" destOrd="0" presId="urn:microsoft.com/office/officeart/2005/8/layout/hProcess9"/>
    <dgm:cxn modelId="{61F1F380-3724-4196-A8EB-4A603C6F6288}" srcId="{CCB687B8-38ED-4A53-AF91-EE0D09DE2CAD}" destId="{DD3590B2-D5BE-47E1-88C4-ADAD61CB15D6}" srcOrd="2" destOrd="0" parTransId="{ACD97507-C9EA-4D4D-B496-46F1D10B1630}" sibTransId="{AF66B13A-40FE-42DF-A55E-0B82D54DE79A}"/>
    <dgm:cxn modelId="{E6004382-C874-4FFF-BF2E-A284F41517E6}" type="presOf" srcId="{4C6B0AE9-25CE-4C3A-8D23-4ED564DFBD8B}" destId="{6931E266-8DD8-47DE-92DE-2538609CFD15}" srcOrd="0" destOrd="0" presId="urn:microsoft.com/office/officeart/2005/8/layout/hProcess9"/>
    <dgm:cxn modelId="{42569D85-14C2-413D-9281-CE22FA4C9089}" type="presOf" srcId="{41D98ED6-A608-482D-AC6E-098DDF78B9F5}" destId="{C22224F9-F05D-4F5B-8248-D68F897684FC}" srcOrd="0" destOrd="2" presId="urn:microsoft.com/office/officeart/2005/8/layout/hProcess9"/>
    <dgm:cxn modelId="{DC1AE985-FBFB-4705-A5CB-7F533EBA5144}" srcId="{52DB33E9-FA35-4CA5-8ABB-BB7AB2177ACE}" destId="{2ECB89A8-B6AE-429D-BA87-A23276D151F8}" srcOrd="4" destOrd="0" parTransId="{5E697050-E15E-417A-86D6-F556EC3797ED}" sibTransId="{374BFFBF-94DD-4C66-8CA4-6A2F67944EE0}"/>
    <dgm:cxn modelId="{5CF1B48B-95EE-40C4-AE69-F087B1BE509D}" srcId="{52DB33E9-FA35-4CA5-8ABB-BB7AB2177ACE}" destId="{028060A6-65CE-44C9-9160-776B3845CD20}" srcOrd="0" destOrd="0" parTransId="{3910DF86-59B7-4FFB-BC7D-31E062DF5B4E}" sibTransId="{26763054-8FC0-4C9B-B1AC-54479820FA9D}"/>
    <dgm:cxn modelId="{B7E541A0-1A65-4C51-9FEE-BC686F0ECA22}" type="presOf" srcId="{EFFA9C04-D32F-4501-9FE1-360EF66E1BA2}" destId="{C22224F9-F05D-4F5B-8248-D68F897684FC}" srcOrd="0" destOrd="1" presId="urn:microsoft.com/office/officeart/2005/8/layout/hProcess9"/>
    <dgm:cxn modelId="{14F5ACBD-BAB6-4F6F-BBA9-21565BFFAE7C}" srcId="{52DB33E9-FA35-4CA5-8ABB-BB7AB2177ACE}" destId="{4C6B0AE9-25CE-4C3A-8D23-4ED564DFBD8B}" srcOrd="2" destOrd="0" parTransId="{8A191779-486F-4F2B-BFCD-04A485E425C0}" sibTransId="{B3493EA0-1DE5-46A7-8EE5-73B75D5E9CA0}"/>
    <dgm:cxn modelId="{0A58ABC1-5221-4DEC-BBED-B853A16459A9}" type="presOf" srcId="{53688301-C0BD-441D-8B2C-A57AB3C0F0A9}" destId="{436C1C37-6924-402B-86A1-9CCEF23BDF82}" srcOrd="0" destOrd="0" presId="urn:microsoft.com/office/officeart/2005/8/layout/hProcess9"/>
    <dgm:cxn modelId="{9A5735CF-FCAA-4D96-A12D-FFD7022964C9}" type="presOf" srcId="{CCB687B8-38ED-4A53-AF91-EE0D09DE2CAD}" destId="{C22224F9-F05D-4F5B-8248-D68F897684FC}" srcOrd="0" destOrd="0" presId="urn:microsoft.com/office/officeart/2005/8/layout/hProcess9"/>
    <dgm:cxn modelId="{2890A6F2-2F69-4501-9440-4F734B165EAC}" type="presOf" srcId="{DD3590B2-D5BE-47E1-88C4-ADAD61CB15D6}" destId="{C22224F9-F05D-4F5B-8248-D68F897684FC}" srcOrd="0" destOrd="3" presId="urn:microsoft.com/office/officeart/2005/8/layout/hProcess9"/>
    <dgm:cxn modelId="{6E792A44-62CF-44A4-8305-8ED3C9EF2B34}" type="presParOf" srcId="{2C6FECE9-E257-4C48-BD3A-99769AF20B11}" destId="{2ECFE5B8-64E9-4814-8FD2-9EF161DB7A65}" srcOrd="0" destOrd="0" presId="urn:microsoft.com/office/officeart/2005/8/layout/hProcess9"/>
    <dgm:cxn modelId="{31F89762-C06E-4DC7-937B-63CBD078617B}" type="presParOf" srcId="{2C6FECE9-E257-4C48-BD3A-99769AF20B11}" destId="{DB51887A-6ADA-41CB-A9DA-67C93D0E4F42}" srcOrd="1" destOrd="0" presId="urn:microsoft.com/office/officeart/2005/8/layout/hProcess9"/>
    <dgm:cxn modelId="{B3697ED7-FDDA-424E-9CC7-7794B1C260B2}" type="presParOf" srcId="{DB51887A-6ADA-41CB-A9DA-67C93D0E4F42}" destId="{CE034D75-90F0-4ADF-B7BC-2BF93FD83FD9}" srcOrd="0" destOrd="0" presId="urn:microsoft.com/office/officeart/2005/8/layout/hProcess9"/>
    <dgm:cxn modelId="{42680C51-1ACF-4962-9866-721E471918A9}" type="presParOf" srcId="{DB51887A-6ADA-41CB-A9DA-67C93D0E4F42}" destId="{F04A09F8-5FC4-4574-BC9A-EC6DC461B63E}" srcOrd="1" destOrd="0" presId="urn:microsoft.com/office/officeart/2005/8/layout/hProcess9"/>
    <dgm:cxn modelId="{65A1B67A-5390-4EF4-BF36-F868CC47C661}" type="presParOf" srcId="{DB51887A-6ADA-41CB-A9DA-67C93D0E4F42}" destId="{436C1C37-6924-402B-86A1-9CCEF23BDF82}" srcOrd="2" destOrd="0" presId="urn:microsoft.com/office/officeart/2005/8/layout/hProcess9"/>
    <dgm:cxn modelId="{8B274C2C-8CA8-4BB5-BBEC-FD6E7D6084F6}" type="presParOf" srcId="{DB51887A-6ADA-41CB-A9DA-67C93D0E4F42}" destId="{4461E6DD-C77C-4968-9307-05BC143F2D5F}" srcOrd="3" destOrd="0" presId="urn:microsoft.com/office/officeart/2005/8/layout/hProcess9"/>
    <dgm:cxn modelId="{47D7108C-5CA0-43FD-BF27-856CF2D044CA}" type="presParOf" srcId="{DB51887A-6ADA-41CB-A9DA-67C93D0E4F42}" destId="{6931E266-8DD8-47DE-92DE-2538609CFD15}" srcOrd="4" destOrd="0" presId="urn:microsoft.com/office/officeart/2005/8/layout/hProcess9"/>
    <dgm:cxn modelId="{81571A26-18F1-45CE-98E9-BE6EBEBC37F0}" type="presParOf" srcId="{DB51887A-6ADA-41CB-A9DA-67C93D0E4F42}" destId="{68832F30-D117-40FB-A060-0E14387E333B}" srcOrd="5" destOrd="0" presId="urn:microsoft.com/office/officeart/2005/8/layout/hProcess9"/>
    <dgm:cxn modelId="{378941AF-59B8-4200-AD3A-D21ABE76696B}" type="presParOf" srcId="{DB51887A-6ADA-41CB-A9DA-67C93D0E4F42}" destId="{C22224F9-F05D-4F5B-8248-D68F897684FC}" srcOrd="6" destOrd="0" presId="urn:microsoft.com/office/officeart/2005/8/layout/hProcess9"/>
    <dgm:cxn modelId="{936CD327-BF73-4BE4-BCF3-3ADCE4AD863D}" type="presParOf" srcId="{DB51887A-6ADA-41CB-A9DA-67C93D0E4F42}" destId="{EE618C05-3E8B-42F1-813E-5270E07A170D}" srcOrd="7" destOrd="0" presId="urn:microsoft.com/office/officeart/2005/8/layout/hProcess9"/>
    <dgm:cxn modelId="{B83556A9-7E48-493A-A88D-9AA30D459E75}" type="presParOf" srcId="{DB51887A-6ADA-41CB-A9DA-67C93D0E4F42}" destId="{3BF035A1-6B52-4026-A21D-FB38D9795D43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2C0220B-FDC5-4893-92A4-FB11AE624AE3}" type="doc">
      <dgm:prSet loTypeId="urn:microsoft.com/office/officeart/2005/8/layout/vList5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71FCAE5-9219-4EF7-87F9-B3910E0A6CD4}">
      <dgm:prSet/>
      <dgm:spPr>
        <a:solidFill>
          <a:schemeClr val="accent1"/>
        </a:solidFill>
      </dgm:spPr>
      <dgm:t>
        <a:bodyPr/>
        <a:lstStyle/>
        <a:p>
          <a:r>
            <a:rPr lang="en-US" b="1" i="0" baseline="0" noProof="1"/>
            <a:t>Crates used</a:t>
          </a:r>
          <a:endParaRPr lang="en-US" noProof="1"/>
        </a:p>
      </dgm:t>
    </dgm:pt>
    <dgm:pt modelId="{94D3B451-D394-4045-8D1C-FBB77B914904}" type="parTrans" cxnId="{FE0F1B87-497C-40BA-9E6F-EFE1C916766C}">
      <dgm:prSet/>
      <dgm:spPr/>
      <dgm:t>
        <a:bodyPr/>
        <a:lstStyle/>
        <a:p>
          <a:endParaRPr lang="en-US"/>
        </a:p>
      </dgm:t>
    </dgm:pt>
    <dgm:pt modelId="{2A981A5E-DA2F-4722-B6BC-E5CD97943342}" type="sibTrans" cxnId="{FE0F1B87-497C-40BA-9E6F-EFE1C916766C}">
      <dgm:prSet/>
      <dgm:spPr/>
      <dgm:t>
        <a:bodyPr/>
        <a:lstStyle/>
        <a:p>
          <a:endParaRPr lang="en-US"/>
        </a:p>
      </dgm:t>
    </dgm:pt>
    <dgm:pt modelId="{03876F51-933C-48E8-9837-CA15C5174EAA}">
      <dgm:prSet/>
      <dgm:spPr>
        <a:solidFill>
          <a:schemeClr val="bg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b="1" i="0" baseline="0" noProof="1"/>
            <a:t>Axum:</a:t>
          </a:r>
          <a:r>
            <a:rPr lang="en-US" b="0" i="0" baseline="0" noProof="1"/>
            <a:t> Asynchronous web framework.</a:t>
          </a:r>
          <a:endParaRPr lang="en-US" noProof="1"/>
        </a:p>
      </dgm:t>
    </dgm:pt>
    <dgm:pt modelId="{C13DD4B8-B929-48F3-A238-7FC0E37D7078}" type="parTrans" cxnId="{49001B1E-699B-4C3C-9C8C-8E54E2AA9B44}">
      <dgm:prSet/>
      <dgm:spPr/>
      <dgm:t>
        <a:bodyPr/>
        <a:lstStyle/>
        <a:p>
          <a:endParaRPr lang="en-US"/>
        </a:p>
      </dgm:t>
    </dgm:pt>
    <dgm:pt modelId="{D4A14DB0-1E27-413C-960A-36D70F8CDD70}" type="sibTrans" cxnId="{49001B1E-699B-4C3C-9C8C-8E54E2AA9B44}">
      <dgm:prSet/>
      <dgm:spPr/>
      <dgm:t>
        <a:bodyPr/>
        <a:lstStyle/>
        <a:p>
          <a:endParaRPr lang="en-US"/>
        </a:p>
      </dgm:t>
    </dgm:pt>
    <dgm:pt modelId="{CE873632-0D61-4AC0-ABF4-470C5A2E0C04}">
      <dgm:prSet/>
      <dgm:spPr>
        <a:solidFill>
          <a:schemeClr val="bg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b="1" i="0" baseline="0" noProof="1"/>
            <a:t>Tokio:</a:t>
          </a:r>
          <a:r>
            <a:rPr lang="en-US" b="0" i="0" baseline="0" noProof="1"/>
            <a:t> Async runtime for concurrency.</a:t>
          </a:r>
          <a:endParaRPr lang="en-US" noProof="1"/>
        </a:p>
      </dgm:t>
    </dgm:pt>
    <dgm:pt modelId="{9AD07998-C1D6-4284-957A-D96EE37E3272}" type="parTrans" cxnId="{EC486ECF-3F44-4719-BC03-82DC6AF85616}">
      <dgm:prSet/>
      <dgm:spPr/>
      <dgm:t>
        <a:bodyPr/>
        <a:lstStyle/>
        <a:p>
          <a:endParaRPr lang="en-US"/>
        </a:p>
      </dgm:t>
    </dgm:pt>
    <dgm:pt modelId="{F8EC5749-8BE0-44A0-B548-56C737F50746}" type="sibTrans" cxnId="{EC486ECF-3F44-4719-BC03-82DC6AF85616}">
      <dgm:prSet/>
      <dgm:spPr/>
      <dgm:t>
        <a:bodyPr/>
        <a:lstStyle/>
        <a:p>
          <a:endParaRPr lang="en-US"/>
        </a:p>
      </dgm:t>
    </dgm:pt>
    <dgm:pt modelId="{1032C737-5B4A-4756-83F0-E6011D425F4F}">
      <dgm:prSet/>
      <dgm:spPr>
        <a:solidFill>
          <a:schemeClr val="bg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b="1" i="0" baseline="0" noProof="1"/>
            <a:t>ORT (ONNX Runtime):</a:t>
          </a:r>
          <a:r>
            <a:rPr lang="en-US" b="0" i="0" baseline="0" noProof="1"/>
            <a:t> Rust bindings for executing the model.</a:t>
          </a:r>
          <a:endParaRPr lang="en-US" noProof="1"/>
        </a:p>
      </dgm:t>
    </dgm:pt>
    <dgm:pt modelId="{ED73EF18-C3C6-4816-A5F0-623B4C849547}" type="parTrans" cxnId="{D487E706-7D5C-4508-AEC3-B73A6BE974F1}">
      <dgm:prSet/>
      <dgm:spPr/>
      <dgm:t>
        <a:bodyPr/>
        <a:lstStyle/>
        <a:p>
          <a:endParaRPr lang="en-US"/>
        </a:p>
      </dgm:t>
    </dgm:pt>
    <dgm:pt modelId="{B130CF8E-A207-43F2-98C8-88482810DFD0}" type="sibTrans" cxnId="{D487E706-7D5C-4508-AEC3-B73A6BE974F1}">
      <dgm:prSet/>
      <dgm:spPr/>
      <dgm:t>
        <a:bodyPr/>
        <a:lstStyle/>
        <a:p>
          <a:endParaRPr lang="en-US"/>
        </a:p>
      </dgm:t>
    </dgm:pt>
    <dgm:pt modelId="{6E931242-E375-491B-8EE8-29171ACEE0C0}">
      <dgm:prSet/>
      <dgm:spPr>
        <a:solidFill>
          <a:schemeClr val="accent1"/>
        </a:solidFill>
      </dgm:spPr>
      <dgm:t>
        <a:bodyPr/>
        <a:lstStyle/>
        <a:p>
          <a:r>
            <a:rPr lang="en-US" b="1" i="0" baseline="0" noProof="1"/>
            <a:t>Performance features</a:t>
          </a:r>
          <a:endParaRPr lang="en-US" noProof="1"/>
        </a:p>
      </dgm:t>
    </dgm:pt>
    <dgm:pt modelId="{0A46172E-705D-4463-A56D-51FD5E952286}" type="parTrans" cxnId="{4CB6B7AF-F5A4-4FAE-BC5E-E540242AD813}">
      <dgm:prSet/>
      <dgm:spPr/>
      <dgm:t>
        <a:bodyPr/>
        <a:lstStyle/>
        <a:p>
          <a:endParaRPr lang="en-US"/>
        </a:p>
      </dgm:t>
    </dgm:pt>
    <dgm:pt modelId="{6FA657D8-6780-4788-AFD0-697BB1BFF8B3}" type="sibTrans" cxnId="{4CB6B7AF-F5A4-4FAE-BC5E-E540242AD813}">
      <dgm:prSet/>
      <dgm:spPr/>
      <dgm:t>
        <a:bodyPr/>
        <a:lstStyle/>
        <a:p>
          <a:endParaRPr lang="en-US"/>
        </a:p>
      </dgm:t>
    </dgm:pt>
    <dgm:pt modelId="{4CFB53D4-4285-49FC-95C4-99A1A3B45854}">
      <dgm:prSet/>
      <dgm:spPr>
        <a:solidFill>
          <a:schemeClr val="bg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b="1" i="0" baseline="0" noProof="1"/>
            <a:t>Zero-Copy:</a:t>
          </a:r>
          <a:r>
            <a:rPr lang="en-US" b="0" i="0" baseline="0" noProof="1"/>
            <a:t> Efficient memory management.</a:t>
          </a:r>
          <a:endParaRPr lang="en-US" noProof="1"/>
        </a:p>
      </dgm:t>
    </dgm:pt>
    <dgm:pt modelId="{D8D216A2-DBD8-4DE0-86E5-1EDF53850B9A}" type="parTrans" cxnId="{433952C5-9420-40BE-8470-FEDC20CAB852}">
      <dgm:prSet/>
      <dgm:spPr/>
      <dgm:t>
        <a:bodyPr/>
        <a:lstStyle/>
        <a:p>
          <a:endParaRPr lang="en-US"/>
        </a:p>
      </dgm:t>
    </dgm:pt>
    <dgm:pt modelId="{BEB1E99D-AE76-4D65-ADD8-C39F28230925}" type="sibTrans" cxnId="{433952C5-9420-40BE-8470-FEDC20CAB852}">
      <dgm:prSet/>
      <dgm:spPr/>
      <dgm:t>
        <a:bodyPr/>
        <a:lstStyle/>
        <a:p>
          <a:endParaRPr lang="en-US"/>
        </a:p>
      </dgm:t>
    </dgm:pt>
    <dgm:pt modelId="{ECD3C128-F5C8-4B33-AB02-98DE5C641A07}">
      <dgm:prSet/>
      <dgm:spPr>
        <a:solidFill>
          <a:schemeClr val="bg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b="1" i="0" baseline="0" noProof="1"/>
            <a:t>Type Safety:</a:t>
          </a:r>
          <a:r>
            <a:rPr lang="en-US" b="0" i="0" baseline="0" noProof="1"/>
            <a:t> Compilation-time guarantees against common bugs.</a:t>
          </a:r>
          <a:endParaRPr lang="en-US" noProof="1"/>
        </a:p>
      </dgm:t>
    </dgm:pt>
    <dgm:pt modelId="{BBD3C314-E93E-41CF-8298-DE0216DE708B}" type="parTrans" cxnId="{86FE0BD0-3C91-4ED7-A869-12B9D7CFA702}">
      <dgm:prSet/>
      <dgm:spPr/>
      <dgm:t>
        <a:bodyPr/>
        <a:lstStyle/>
        <a:p>
          <a:endParaRPr lang="en-US"/>
        </a:p>
      </dgm:t>
    </dgm:pt>
    <dgm:pt modelId="{68C1F473-97F3-4DEB-B544-82787E64C5A9}" type="sibTrans" cxnId="{86FE0BD0-3C91-4ED7-A869-12B9D7CFA702}">
      <dgm:prSet/>
      <dgm:spPr/>
      <dgm:t>
        <a:bodyPr/>
        <a:lstStyle/>
        <a:p>
          <a:endParaRPr lang="en-US"/>
        </a:p>
      </dgm:t>
    </dgm:pt>
    <dgm:pt modelId="{24F26AAD-D27A-4A61-A9B2-C34D1F2254E0}">
      <dgm:prSet/>
      <dgm:spPr>
        <a:solidFill>
          <a:schemeClr val="bg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b="1" i="0" baseline="0" noProof="1"/>
            <a:t>Low Latency:</a:t>
          </a:r>
          <a:r>
            <a:rPr lang="en-US" b="0" i="0" baseline="0" noProof="1"/>
            <a:t> Inference times &lt; 1ms per request.</a:t>
          </a:r>
          <a:endParaRPr lang="en-US" noProof="1"/>
        </a:p>
      </dgm:t>
    </dgm:pt>
    <dgm:pt modelId="{605B5140-7D39-4D61-85BD-623D65470632}" type="parTrans" cxnId="{8636046D-FF60-4CC0-A942-7C65D0DDF69C}">
      <dgm:prSet/>
      <dgm:spPr/>
      <dgm:t>
        <a:bodyPr/>
        <a:lstStyle/>
        <a:p>
          <a:endParaRPr lang="en-US"/>
        </a:p>
      </dgm:t>
    </dgm:pt>
    <dgm:pt modelId="{5B249D8A-26AF-4509-B407-29C6E006C9E3}" type="sibTrans" cxnId="{8636046D-FF60-4CC0-A942-7C65D0DDF69C}">
      <dgm:prSet/>
      <dgm:spPr/>
      <dgm:t>
        <a:bodyPr/>
        <a:lstStyle/>
        <a:p>
          <a:endParaRPr lang="en-US"/>
        </a:p>
      </dgm:t>
    </dgm:pt>
    <dgm:pt modelId="{502E838B-C6E6-411B-BDE3-959FF441AC08}" type="pres">
      <dgm:prSet presAssocID="{B2C0220B-FDC5-4893-92A4-FB11AE624AE3}" presName="Name0" presStyleCnt="0">
        <dgm:presLayoutVars>
          <dgm:dir/>
          <dgm:animLvl val="lvl"/>
          <dgm:resizeHandles val="exact"/>
        </dgm:presLayoutVars>
      </dgm:prSet>
      <dgm:spPr/>
    </dgm:pt>
    <dgm:pt modelId="{6FC115E5-B274-4A99-9B84-758D4C93984B}" type="pres">
      <dgm:prSet presAssocID="{271FCAE5-9219-4EF7-87F9-B3910E0A6CD4}" presName="linNode" presStyleCnt="0"/>
      <dgm:spPr/>
    </dgm:pt>
    <dgm:pt modelId="{A8C3C5D9-4B06-4D7B-A4BC-3ACF585A88C8}" type="pres">
      <dgm:prSet presAssocID="{271FCAE5-9219-4EF7-87F9-B3910E0A6CD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EB6BBBB1-27CD-4678-BF6E-A12F4FDEF0DA}" type="pres">
      <dgm:prSet presAssocID="{271FCAE5-9219-4EF7-87F9-B3910E0A6CD4}" presName="descendantText" presStyleLbl="alignAccFollowNode1" presStyleIdx="0" presStyleCnt="2">
        <dgm:presLayoutVars>
          <dgm:bulletEnabled val="1"/>
        </dgm:presLayoutVars>
      </dgm:prSet>
      <dgm:spPr/>
    </dgm:pt>
    <dgm:pt modelId="{E16796B5-7685-46CE-8F17-39265D4DF5E8}" type="pres">
      <dgm:prSet presAssocID="{2A981A5E-DA2F-4722-B6BC-E5CD97943342}" presName="sp" presStyleCnt="0"/>
      <dgm:spPr/>
    </dgm:pt>
    <dgm:pt modelId="{C548DF42-E9DF-4993-B366-7BDA0DD5FECA}" type="pres">
      <dgm:prSet presAssocID="{6E931242-E375-491B-8EE8-29171ACEE0C0}" presName="linNode" presStyleCnt="0"/>
      <dgm:spPr/>
    </dgm:pt>
    <dgm:pt modelId="{FB36E48A-231D-4003-B9DC-D17AC5868BDB}" type="pres">
      <dgm:prSet presAssocID="{6E931242-E375-491B-8EE8-29171ACEE0C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E18EE86F-AF27-4F4E-8E0A-A0E9F6FF3C3F}" type="pres">
      <dgm:prSet presAssocID="{6E931242-E375-491B-8EE8-29171ACEE0C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487E706-7D5C-4508-AEC3-B73A6BE974F1}" srcId="{271FCAE5-9219-4EF7-87F9-B3910E0A6CD4}" destId="{1032C737-5B4A-4756-83F0-E6011D425F4F}" srcOrd="2" destOrd="0" parTransId="{ED73EF18-C3C6-4816-A5F0-623B4C849547}" sibTransId="{B130CF8E-A207-43F2-98C8-88482810DFD0}"/>
    <dgm:cxn modelId="{EB808811-7400-49A1-A237-3704B716538A}" type="presOf" srcId="{24F26AAD-D27A-4A61-A9B2-C34D1F2254E0}" destId="{E18EE86F-AF27-4F4E-8E0A-A0E9F6FF3C3F}" srcOrd="0" destOrd="2" presId="urn:microsoft.com/office/officeart/2005/8/layout/vList5"/>
    <dgm:cxn modelId="{49001B1E-699B-4C3C-9C8C-8E54E2AA9B44}" srcId="{271FCAE5-9219-4EF7-87F9-B3910E0A6CD4}" destId="{03876F51-933C-48E8-9837-CA15C5174EAA}" srcOrd="0" destOrd="0" parTransId="{C13DD4B8-B929-48F3-A238-7FC0E37D7078}" sibTransId="{D4A14DB0-1E27-413C-960A-36D70F8CDD70}"/>
    <dgm:cxn modelId="{AEFDE046-03CC-48FC-B3F2-4EAF1D95313E}" type="presOf" srcId="{1032C737-5B4A-4756-83F0-E6011D425F4F}" destId="{EB6BBBB1-27CD-4678-BF6E-A12F4FDEF0DA}" srcOrd="0" destOrd="2" presId="urn:microsoft.com/office/officeart/2005/8/layout/vList5"/>
    <dgm:cxn modelId="{8636046D-FF60-4CC0-A942-7C65D0DDF69C}" srcId="{6E931242-E375-491B-8EE8-29171ACEE0C0}" destId="{24F26AAD-D27A-4A61-A9B2-C34D1F2254E0}" srcOrd="2" destOrd="0" parTransId="{605B5140-7D39-4D61-85BD-623D65470632}" sibTransId="{5B249D8A-26AF-4509-B407-29C6E006C9E3}"/>
    <dgm:cxn modelId="{4F9AEF4E-8200-401C-A0AC-EC8ED4755F45}" type="presOf" srcId="{B2C0220B-FDC5-4893-92A4-FB11AE624AE3}" destId="{502E838B-C6E6-411B-BDE3-959FF441AC08}" srcOrd="0" destOrd="0" presId="urn:microsoft.com/office/officeart/2005/8/layout/vList5"/>
    <dgm:cxn modelId="{D8F01F4F-BFFE-47F1-AEF9-AC60B614DBFB}" type="presOf" srcId="{ECD3C128-F5C8-4B33-AB02-98DE5C641A07}" destId="{E18EE86F-AF27-4F4E-8E0A-A0E9F6FF3C3F}" srcOrd="0" destOrd="1" presId="urn:microsoft.com/office/officeart/2005/8/layout/vList5"/>
    <dgm:cxn modelId="{BC67D258-AA44-4DC3-892E-D119466AD7A2}" type="presOf" srcId="{6E931242-E375-491B-8EE8-29171ACEE0C0}" destId="{FB36E48A-231D-4003-B9DC-D17AC5868BDB}" srcOrd="0" destOrd="0" presId="urn:microsoft.com/office/officeart/2005/8/layout/vList5"/>
    <dgm:cxn modelId="{FE0F1B87-497C-40BA-9E6F-EFE1C916766C}" srcId="{B2C0220B-FDC5-4893-92A4-FB11AE624AE3}" destId="{271FCAE5-9219-4EF7-87F9-B3910E0A6CD4}" srcOrd="0" destOrd="0" parTransId="{94D3B451-D394-4045-8D1C-FBB77B914904}" sibTransId="{2A981A5E-DA2F-4722-B6BC-E5CD97943342}"/>
    <dgm:cxn modelId="{4CB6B7AF-F5A4-4FAE-BC5E-E540242AD813}" srcId="{B2C0220B-FDC5-4893-92A4-FB11AE624AE3}" destId="{6E931242-E375-491B-8EE8-29171ACEE0C0}" srcOrd="1" destOrd="0" parTransId="{0A46172E-705D-4463-A56D-51FD5E952286}" sibTransId="{6FA657D8-6780-4788-AFD0-697BB1BFF8B3}"/>
    <dgm:cxn modelId="{309168C4-D1FB-410E-A167-532C3854957C}" type="presOf" srcId="{CE873632-0D61-4AC0-ABF4-470C5A2E0C04}" destId="{EB6BBBB1-27CD-4678-BF6E-A12F4FDEF0DA}" srcOrd="0" destOrd="1" presId="urn:microsoft.com/office/officeart/2005/8/layout/vList5"/>
    <dgm:cxn modelId="{433952C5-9420-40BE-8470-FEDC20CAB852}" srcId="{6E931242-E375-491B-8EE8-29171ACEE0C0}" destId="{4CFB53D4-4285-49FC-95C4-99A1A3B45854}" srcOrd="0" destOrd="0" parTransId="{D8D216A2-DBD8-4DE0-86E5-1EDF53850B9A}" sibTransId="{BEB1E99D-AE76-4D65-ADD8-C39F28230925}"/>
    <dgm:cxn modelId="{60CE9BC5-D0D1-442E-A234-50AB4110E952}" type="presOf" srcId="{271FCAE5-9219-4EF7-87F9-B3910E0A6CD4}" destId="{A8C3C5D9-4B06-4D7B-A4BC-3ACF585A88C8}" srcOrd="0" destOrd="0" presId="urn:microsoft.com/office/officeart/2005/8/layout/vList5"/>
    <dgm:cxn modelId="{EC486ECF-3F44-4719-BC03-82DC6AF85616}" srcId="{271FCAE5-9219-4EF7-87F9-B3910E0A6CD4}" destId="{CE873632-0D61-4AC0-ABF4-470C5A2E0C04}" srcOrd="1" destOrd="0" parTransId="{9AD07998-C1D6-4284-957A-D96EE37E3272}" sibTransId="{F8EC5749-8BE0-44A0-B548-56C737F50746}"/>
    <dgm:cxn modelId="{86FE0BD0-3C91-4ED7-A869-12B9D7CFA702}" srcId="{6E931242-E375-491B-8EE8-29171ACEE0C0}" destId="{ECD3C128-F5C8-4B33-AB02-98DE5C641A07}" srcOrd="1" destOrd="0" parTransId="{BBD3C314-E93E-41CF-8298-DE0216DE708B}" sibTransId="{68C1F473-97F3-4DEB-B544-82787E64C5A9}"/>
    <dgm:cxn modelId="{596D27D1-671B-4C7A-8FCB-51F9BAB89D1D}" type="presOf" srcId="{4CFB53D4-4285-49FC-95C4-99A1A3B45854}" destId="{E18EE86F-AF27-4F4E-8E0A-A0E9F6FF3C3F}" srcOrd="0" destOrd="0" presId="urn:microsoft.com/office/officeart/2005/8/layout/vList5"/>
    <dgm:cxn modelId="{C770FBFF-DF09-4DFE-9965-A1F854CD968D}" type="presOf" srcId="{03876F51-933C-48E8-9837-CA15C5174EAA}" destId="{EB6BBBB1-27CD-4678-BF6E-A12F4FDEF0DA}" srcOrd="0" destOrd="0" presId="urn:microsoft.com/office/officeart/2005/8/layout/vList5"/>
    <dgm:cxn modelId="{F5A7A1B8-B9A8-4844-B422-7A1BE4EAF785}" type="presParOf" srcId="{502E838B-C6E6-411B-BDE3-959FF441AC08}" destId="{6FC115E5-B274-4A99-9B84-758D4C93984B}" srcOrd="0" destOrd="0" presId="urn:microsoft.com/office/officeart/2005/8/layout/vList5"/>
    <dgm:cxn modelId="{3B181A32-2BA9-4CC9-907A-ECBCB4FEA7CE}" type="presParOf" srcId="{6FC115E5-B274-4A99-9B84-758D4C93984B}" destId="{A8C3C5D9-4B06-4D7B-A4BC-3ACF585A88C8}" srcOrd="0" destOrd="0" presId="urn:microsoft.com/office/officeart/2005/8/layout/vList5"/>
    <dgm:cxn modelId="{C16995CE-FD05-409C-BBFD-0F1DBF9D5FB2}" type="presParOf" srcId="{6FC115E5-B274-4A99-9B84-758D4C93984B}" destId="{EB6BBBB1-27CD-4678-BF6E-A12F4FDEF0DA}" srcOrd="1" destOrd="0" presId="urn:microsoft.com/office/officeart/2005/8/layout/vList5"/>
    <dgm:cxn modelId="{28FB71B0-9850-405A-808F-0047C5B88DE0}" type="presParOf" srcId="{502E838B-C6E6-411B-BDE3-959FF441AC08}" destId="{E16796B5-7685-46CE-8F17-39265D4DF5E8}" srcOrd="1" destOrd="0" presId="urn:microsoft.com/office/officeart/2005/8/layout/vList5"/>
    <dgm:cxn modelId="{73AFE52E-67BB-4F35-8DC2-602A9EA99A48}" type="presParOf" srcId="{502E838B-C6E6-411B-BDE3-959FF441AC08}" destId="{C548DF42-E9DF-4993-B366-7BDA0DD5FECA}" srcOrd="2" destOrd="0" presId="urn:microsoft.com/office/officeart/2005/8/layout/vList5"/>
    <dgm:cxn modelId="{CC483A8F-31B8-4AED-BB89-28593B2200EA}" type="presParOf" srcId="{C548DF42-E9DF-4993-B366-7BDA0DD5FECA}" destId="{FB36E48A-231D-4003-B9DC-D17AC5868BDB}" srcOrd="0" destOrd="0" presId="urn:microsoft.com/office/officeart/2005/8/layout/vList5"/>
    <dgm:cxn modelId="{FAACF317-9347-4F6E-A803-F435640BE0F5}" type="presParOf" srcId="{C548DF42-E9DF-4993-B366-7BDA0DD5FECA}" destId="{E18EE86F-AF27-4F4E-8E0A-A0E9F6FF3C3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408710-C6FC-46E5-A13C-1E25A6E9B684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4B8F95-B0D1-4FD0-A6F1-15B0AAE8EA49}">
      <dgm:prSet/>
      <dgm:spPr/>
      <dgm:t>
        <a:bodyPr/>
        <a:lstStyle/>
        <a:p>
          <a:r>
            <a:rPr lang="en-US" b="1" i="0" baseline="0" noProof="1"/>
            <a:t>Methodology</a:t>
          </a:r>
          <a:endParaRPr lang="en-US" noProof="1"/>
        </a:p>
      </dgm:t>
    </dgm:pt>
    <dgm:pt modelId="{9C7CD100-376F-4D96-8CDC-3CBC3B0DB617}" type="parTrans" cxnId="{5EF52E30-697F-4D5B-B024-6B93E94B2253}">
      <dgm:prSet/>
      <dgm:spPr/>
      <dgm:t>
        <a:bodyPr/>
        <a:lstStyle/>
        <a:p>
          <a:endParaRPr lang="en-US"/>
        </a:p>
      </dgm:t>
    </dgm:pt>
    <dgm:pt modelId="{781B097C-B0A4-43CD-8B93-7250C274EE57}" type="sibTrans" cxnId="{5EF52E30-697F-4D5B-B024-6B93E94B2253}">
      <dgm:prSet/>
      <dgm:spPr/>
      <dgm:t>
        <a:bodyPr/>
        <a:lstStyle/>
        <a:p>
          <a:endParaRPr lang="en-US"/>
        </a:p>
      </dgm:t>
    </dgm:pt>
    <dgm:pt modelId="{52970EBC-E2B4-4190-B7E4-BE14A85643B3}">
      <dgm:prSet custT="1"/>
      <dgm:spPr/>
      <dgm:t>
        <a:bodyPr/>
        <a:lstStyle/>
        <a:p>
          <a:r>
            <a:rPr lang="en-US" sz="1200" b="0" i="0" baseline="0" noProof="1"/>
            <a:t>Custom Async Rust Client spawning 50+ concurrent requests (using the model trained on latest-small dataset).</a:t>
          </a:r>
          <a:endParaRPr lang="en-US" sz="1200" noProof="1"/>
        </a:p>
      </dgm:t>
    </dgm:pt>
    <dgm:pt modelId="{E5741066-B8C8-4DB2-BC35-3FEE171E43C3}" type="parTrans" cxnId="{10AF5931-A1FE-490A-B4F2-891A45FBF9FC}">
      <dgm:prSet/>
      <dgm:spPr/>
      <dgm:t>
        <a:bodyPr/>
        <a:lstStyle/>
        <a:p>
          <a:endParaRPr lang="en-US"/>
        </a:p>
      </dgm:t>
    </dgm:pt>
    <dgm:pt modelId="{98F3F390-DF3F-4A9E-96C4-ECF4B0764C74}" type="sibTrans" cxnId="{10AF5931-A1FE-490A-B4F2-891A45FBF9FC}">
      <dgm:prSet/>
      <dgm:spPr/>
      <dgm:t>
        <a:bodyPr/>
        <a:lstStyle/>
        <a:p>
          <a:endParaRPr lang="en-US"/>
        </a:p>
      </dgm:t>
    </dgm:pt>
    <dgm:pt modelId="{34A12704-1675-4119-9966-43B230396D3A}">
      <dgm:prSet/>
      <dgm:spPr/>
      <dgm:t>
        <a:bodyPr/>
        <a:lstStyle/>
        <a:p>
          <a:r>
            <a:rPr lang="en-US" b="1" i="0" baseline="0" noProof="1"/>
            <a:t>Metrics</a:t>
          </a:r>
          <a:endParaRPr lang="en-US" noProof="1"/>
        </a:p>
      </dgm:t>
    </dgm:pt>
    <dgm:pt modelId="{281B8CB0-DF9C-4EC3-8377-B3D79FA8660B}" type="parTrans" cxnId="{9BBB9676-57E8-48B7-B1B2-6C9280DBC9F5}">
      <dgm:prSet/>
      <dgm:spPr/>
      <dgm:t>
        <a:bodyPr/>
        <a:lstStyle/>
        <a:p>
          <a:endParaRPr lang="en-US"/>
        </a:p>
      </dgm:t>
    </dgm:pt>
    <dgm:pt modelId="{C1274087-4F8E-4FA5-AC5C-E6382FBA3491}" type="sibTrans" cxnId="{9BBB9676-57E8-48B7-B1B2-6C9280DBC9F5}">
      <dgm:prSet/>
      <dgm:spPr/>
      <dgm:t>
        <a:bodyPr/>
        <a:lstStyle/>
        <a:p>
          <a:endParaRPr lang="en-US"/>
        </a:p>
      </dgm:t>
    </dgm:pt>
    <dgm:pt modelId="{D1E56147-FE39-44BE-85E5-8AE7A268A9E0}">
      <dgm:prSet custT="1"/>
      <dgm:spPr/>
      <dgm:t>
        <a:bodyPr/>
        <a:lstStyle/>
        <a:p>
          <a:r>
            <a:rPr lang="en-US" sz="1200" b="1" i="0" baseline="0" noProof="1"/>
            <a:t>Server Processing Time:</a:t>
          </a:r>
          <a:r>
            <a:rPr lang="en-US" sz="1200" b="0" i="0" baseline="0" noProof="1"/>
            <a:t> ~0.6ms (Pure inference logic).</a:t>
          </a:r>
          <a:endParaRPr lang="en-US" sz="1200" noProof="1"/>
        </a:p>
      </dgm:t>
    </dgm:pt>
    <dgm:pt modelId="{5FD6F20F-1ACC-48E2-B003-DE0D736895F7}" type="parTrans" cxnId="{C3B187CB-4D65-4F27-BCB5-B623F204EF6C}">
      <dgm:prSet/>
      <dgm:spPr/>
      <dgm:t>
        <a:bodyPr/>
        <a:lstStyle/>
        <a:p>
          <a:endParaRPr lang="en-US"/>
        </a:p>
      </dgm:t>
    </dgm:pt>
    <dgm:pt modelId="{E68DFA3E-90FC-44D0-BE32-B592FB8516FD}" type="sibTrans" cxnId="{C3B187CB-4D65-4F27-BCB5-B623F204EF6C}">
      <dgm:prSet/>
      <dgm:spPr/>
      <dgm:t>
        <a:bodyPr/>
        <a:lstStyle/>
        <a:p>
          <a:endParaRPr lang="en-US"/>
        </a:p>
      </dgm:t>
    </dgm:pt>
    <dgm:pt modelId="{10DE581D-B94B-4B2C-9327-F26BE2E56866}">
      <dgm:prSet custT="1"/>
      <dgm:spPr/>
      <dgm:t>
        <a:bodyPr/>
        <a:lstStyle/>
        <a:p>
          <a:r>
            <a:rPr lang="en-US" sz="1200" b="1" i="0" baseline="0" noProof="1"/>
            <a:t>End-to-End Latency:</a:t>
          </a:r>
          <a:r>
            <a:rPr lang="en-US" sz="1200" b="0" i="0" baseline="0" noProof="1"/>
            <a:t> Stable under load.</a:t>
          </a:r>
          <a:endParaRPr lang="en-US" sz="1200" noProof="1"/>
        </a:p>
      </dgm:t>
    </dgm:pt>
    <dgm:pt modelId="{2B7655F5-0623-4F61-BC9B-424F4C887614}" type="parTrans" cxnId="{AD8B5949-F17B-4E95-9CEA-465CFD62E9F4}">
      <dgm:prSet/>
      <dgm:spPr/>
      <dgm:t>
        <a:bodyPr/>
        <a:lstStyle/>
        <a:p>
          <a:endParaRPr lang="en-US"/>
        </a:p>
      </dgm:t>
    </dgm:pt>
    <dgm:pt modelId="{E259EB8B-E526-46CD-9B76-95ED1888D2F6}" type="sibTrans" cxnId="{AD8B5949-F17B-4E95-9CEA-465CFD62E9F4}">
      <dgm:prSet/>
      <dgm:spPr/>
      <dgm:t>
        <a:bodyPr/>
        <a:lstStyle/>
        <a:p>
          <a:endParaRPr lang="en-US"/>
        </a:p>
      </dgm:t>
    </dgm:pt>
    <dgm:pt modelId="{42D05817-1A52-4E7D-929D-9ADD550B96BC}">
      <dgm:prSet custT="1"/>
      <dgm:spPr/>
      <dgm:t>
        <a:bodyPr/>
        <a:lstStyle/>
        <a:p>
          <a:r>
            <a:rPr lang="en-US" sz="1200" b="1" i="0" baseline="0" noProof="1"/>
            <a:t>Scalability:</a:t>
          </a:r>
          <a:r>
            <a:rPr lang="en-US" sz="1200" b="0" i="0" baseline="0" noProof="1"/>
            <a:t> Linear handling of requests thanks to the Tokio runtime.</a:t>
          </a:r>
          <a:endParaRPr lang="en-US" sz="1200" noProof="1"/>
        </a:p>
      </dgm:t>
    </dgm:pt>
    <dgm:pt modelId="{B4CFE67C-5FEC-4CC7-B960-5205DDFC8635}" type="parTrans" cxnId="{EA6197D6-3964-40BD-A5E0-92650C82A8F1}">
      <dgm:prSet/>
      <dgm:spPr/>
      <dgm:t>
        <a:bodyPr/>
        <a:lstStyle/>
        <a:p>
          <a:endParaRPr lang="en-US"/>
        </a:p>
      </dgm:t>
    </dgm:pt>
    <dgm:pt modelId="{DC7D6107-EA8F-4638-BF51-4A5EC4F7E340}" type="sibTrans" cxnId="{EA6197D6-3964-40BD-A5E0-92650C82A8F1}">
      <dgm:prSet/>
      <dgm:spPr/>
      <dgm:t>
        <a:bodyPr/>
        <a:lstStyle/>
        <a:p>
          <a:endParaRPr lang="en-US"/>
        </a:p>
      </dgm:t>
    </dgm:pt>
    <dgm:pt modelId="{04759E64-4A19-4A26-AB5D-9F385FBA72B7}">
      <dgm:prSet/>
      <dgm:spPr/>
      <dgm:t>
        <a:bodyPr/>
        <a:lstStyle/>
        <a:p>
          <a:r>
            <a:rPr lang="en-US" b="1" i="0" baseline="0" noProof="1"/>
            <a:t>Conclusion</a:t>
          </a:r>
          <a:r>
            <a:rPr lang="en-US" b="0" i="0" baseline="0" noProof="1"/>
            <a:t> </a:t>
          </a:r>
          <a:endParaRPr lang="en-US" noProof="1"/>
        </a:p>
      </dgm:t>
    </dgm:pt>
    <dgm:pt modelId="{85366F29-377A-4CEB-98C8-93EF4927D125}" type="parTrans" cxnId="{FE661762-BA0B-418A-BA60-60F795898CC9}">
      <dgm:prSet/>
      <dgm:spPr/>
      <dgm:t>
        <a:bodyPr/>
        <a:lstStyle/>
        <a:p>
          <a:endParaRPr lang="en-US"/>
        </a:p>
      </dgm:t>
    </dgm:pt>
    <dgm:pt modelId="{57B13A52-31F0-476C-9C94-394DAEB03104}" type="sibTrans" cxnId="{FE661762-BA0B-418A-BA60-60F795898CC9}">
      <dgm:prSet/>
      <dgm:spPr/>
      <dgm:t>
        <a:bodyPr/>
        <a:lstStyle/>
        <a:p>
          <a:endParaRPr lang="en-US"/>
        </a:p>
      </dgm:t>
    </dgm:pt>
    <dgm:pt modelId="{6475FECF-68A6-4B63-9C72-5AEA95BFD19E}">
      <dgm:prSet custT="1"/>
      <dgm:spPr/>
      <dgm:t>
        <a:bodyPr/>
        <a:lstStyle/>
        <a:p>
          <a:r>
            <a:rPr lang="en-US" sz="1200" b="0" i="0" baseline="0" noProof="1"/>
            <a:t>The Rust architecture successfully handles high-throughput scenarios with minimal resource footprint.</a:t>
          </a:r>
          <a:endParaRPr lang="en-US" sz="1200" noProof="1"/>
        </a:p>
      </dgm:t>
    </dgm:pt>
    <dgm:pt modelId="{81E2D94B-EF6F-4980-B4E0-B73BF8AD3CE0}" type="parTrans" cxnId="{4E532871-43C1-4D26-B488-FC26C5C4EAF6}">
      <dgm:prSet/>
      <dgm:spPr/>
      <dgm:t>
        <a:bodyPr/>
        <a:lstStyle/>
        <a:p>
          <a:endParaRPr lang="en-US"/>
        </a:p>
      </dgm:t>
    </dgm:pt>
    <dgm:pt modelId="{89980BBC-66AF-4EDB-811F-D0ABEB9A83DF}" type="sibTrans" cxnId="{4E532871-43C1-4D26-B488-FC26C5C4EAF6}">
      <dgm:prSet/>
      <dgm:spPr/>
      <dgm:t>
        <a:bodyPr/>
        <a:lstStyle/>
        <a:p>
          <a:endParaRPr lang="en-US"/>
        </a:p>
      </dgm:t>
    </dgm:pt>
    <dgm:pt modelId="{BCDB600B-2261-490F-B9DE-D9889167A92B}" type="pres">
      <dgm:prSet presAssocID="{71408710-C6FC-46E5-A13C-1E25A6E9B684}" presName="Name0" presStyleCnt="0">
        <dgm:presLayoutVars>
          <dgm:dir/>
          <dgm:animLvl val="lvl"/>
          <dgm:resizeHandles val="exact"/>
        </dgm:presLayoutVars>
      </dgm:prSet>
      <dgm:spPr/>
    </dgm:pt>
    <dgm:pt modelId="{8D5B2280-3A53-4288-8C9B-6358CA8C03FC}" type="pres">
      <dgm:prSet presAssocID="{FE4B8F95-B0D1-4FD0-A6F1-15B0AAE8EA49}" presName="composite" presStyleCnt="0"/>
      <dgm:spPr/>
    </dgm:pt>
    <dgm:pt modelId="{0B2A215E-5CCD-40E7-868F-3C65D3705FC3}" type="pres">
      <dgm:prSet presAssocID="{FE4B8F95-B0D1-4FD0-A6F1-15B0AAE8EA49}" presName="parTx" presStyleLbl="alignNode1" presStyleIdx="0" presStyleCnt="3">
        <dgm:presLayoutVars>
          <dgm:chMax val="0"/>
          <dgm:chPref val="0"/>
        </dgm:presLayoutVars>
      </dgm:prSet>
      <dgm:spPr/>
    </dgm:pt>
    <dgm:pt modelId="{29F23885-C617-480A-99EE-C4BBEC49B3D3}" type="pres">
      <dgm:prSet presAssocID="{FE4B8F95-B0D1-4FD0-A6F1-15B0AAE8EA49}" presName="desTx" presStyleLbl="alignAccFollowNode1" presStyleIdx="0" presStyleCnt="3">
        <dgm:presLayoutVars/>
      </dgm:prSet>
      <dgm:spPr/>
    </dgm:pt>
    <dgm:pt modelId="{10B6BC2A-7C6C-4644-BBFD-CF08A6C7A083}" type="pres">
      <dgm:prSet presAssocID="{781B097C-B0A4-43CD-8B93-7250C274EE57}" presName="space" presStyleCnt="0"/>
      <dgm:spPr/>
    </dgm:pt>
    <dgm:pt modelId="{89CBD1FD-683D-4C42-97E0-D760FD1F16BF}" type="pres">
      <dgm:prSet presAssocID="{34A12704-1675-4119-9966-43B230396D3A}" presName="composite" presStyleCnt="0"/>
      <dgm:spPr/>
    </dgm:pt>
    <dgm:pt modelId="{DFAF2D54-FA5F-4DA8-9759-5ADEF4FE57AE}" type="pres">
      <dgm:prSet presAssocID="{34A12704-1675-4119-9966-43B230396D3A}" presName="parTx" presStyleLbl="alignNode1" presStyleIdx="1" presStyleCnt="3">
        <dgm:presLayoutVars>
          <dgm:chMax val="0"/>
          <dgm:chPref val="0"/>
        </dgm:presLayoutVars>
      </dgm:prSet>
      <dgm:spPr/>
    </dgm:pt>
    <dgm:pt modelId="{5583E100-8256-4047-9D78-55004997C3ED}" type="pres">
      <dgm:prSet presAssocID="{34A12704-1675-4119-9966-43B230396D3A}" presName="desTx" presStyleLbl="alignAccFollowNode1" presStyleIdx="1" presStyleCnt="3">
        <dgm:presLayoutVars/>
      </dgm:prSet>
      <dgm:spPr/>
    </dgm:pt>
    <dgm:pt modelId="{00C51262-F1C0-43FE-B20F-2A5358D23E56}" type="pres">
      <dgm:prSet presAssocID="{C1274087-4F8E-4FA5-AC5C-E6382FBA3491}" presName="space" presStyleCnt="0"/>
      <dgm:spPr/>
    </dgm:pt>
    <dgm:pt modelId="{A30B074F-171C-451F-95B8-C06458FB53A5}" type="pres">
      <dgm:prSet presAssocID="{04759E64-4A19-4A26-AB5D-9F385FBA72B7}" presName="composite" presStyleCnt="0"/>
      <dgm:spPr/>
    </dgm:pt>
    <dgm:pt modelId="{59B4FB2D-A366-4805-AAE1-4E5933180210}" type="pres">
      <dgm:prSet presAssocID="{04759E64-4A19-4A26-AB5D-9F385FBA72B7}" presName="parTx" presStyleLbl="alignNode1" presStyleIdx="2" presStyleCnt="3">
        <dgm:presLayoutVars>
          <dgm:chMax val="0"/>
          <dgm:chPref val="0"/>
        </dgm:presLayoutVars>
      </dgm:prSet>
      <dgm:spPr/>
    </dgm:pt>
    <dgm:pt modelId="{F5212E0C-8B70-4ECF-81BE-16864034CF7B}" type="pres">
      <dgm:prSet presAssocID="{04759E64-4A19-4A26-AB5D-9F385FBA72B7}" presName="desTx" presStyleLbl="alignAccFollowNode1" presStyleIdx="2" presStyleCnt="3">
        <dgm:presLayoutVars/>
      </dgm:prSet>
      <dgm:spPr/>
    </dgm:pt>
  </dgm:ptLst>
  <dgm:cxnLst>
    <dgm:cxn modelId="{3DE6310D-CD1D-4132-884E-6B653A629F7B}" type="presOf" srcId="{34A12704-1675-4119-9966-43B230396D3A}" destId="{DFAF2D54-FA5F-4DA8-9759-5ADEF4FE57AE}" srcOrd="0" destOrd="0" presId="urn:microsoft.com/office/officeart/2016/7/layout/HorizontalActionList"/>
    <dgm:cxn modelId="{A7CBE01B-3917-4739-A0CD-04BB453DD504}" type="presOf" srcId="{D1E56147-FE39-44BE-85E5-8AE7A268A9E0}" destId="{5583E100-8256-4047-9D78-55004997C3ED}" srcOrd="0" destOrd="0" presId="urn:microsoft.com/office/officeart/2016/7/layout/HorizontalActionList"/>
    <dgm:cxn modelId="{B8E5E22A-C418-4333-AFD1-00CC7EB1D682}" type="presOf" srcId="{04759E64-4A19-4A26-AB5D-9F385FBA72B7}" destId="{59B4FB2D-A366-4805-AAE1-4E5933180210}" srcOrd="0" destOrd="0" presId="urn:microsoft.com/office/officeart/2016/7/layout/HorizontalActionList"/>
    <dgm:cxn modelId="{5EF52E30-697F-4D5B-B024-6B93E94B2253}" srcId="{71408710-C6FC-46E5-A13C-1E25A6E9B684}" destId="{FE4B8F95-B0D1-4FD0-A6F1-15B0AAE8EA49}" srcOrd="0" destOrd="0" parTransId="{9C7CD100-376F-4D96-8CDC-3CBC3B0DB617}" sibTransId="{781B097C-B0A4-43CD-8B93-7250C274EE57}"/>
    <dgm:cxn modelId="{10AF5931-A1FE-490A-B4F2-891A45FBF9FC}" srcId="{FE4B8F95-B0D1-4FD0-A6F1-15B0AAE8EA49}" destId="{52970EBC-E2B4-4190-B7E4-BE14A85643B3}" srcOrd="0" destOrd="0" parTransId="{E5741066-B8C8-4DB2-BC35-3FEE171E43C3}" sibTransId="{98F3F390-DF3F-4A9E-96C4-ECF4B0764C74}"/>
    <dgm:cxn modelId="{595D313E-7610-45C4-863A-877819965C6A}" type="presOf" srcId="{FE4B8F95-B0D1-4FD0-A6F1-15B0AAE8EA49}" destId="{0B2A215E-5CCD-40E7-868F-3C65D3705FC3}" srcOrd="0" destOrd="0" presId="urn:microsoft.com/office/officeart/2016/7/layout/HorizontalActionList"/>
    <dgm:cxn modelId="{FE661762-BA0B-418A-BA60-60F795898CC9}" srcId="{71408710-C6FC-46E5-A13C-1E25A6E9B684}" destId="{04759E64-4A19-4A26-AB5D-9F385FBA72B7}" srcOrd="2" destOrd="0" parTransId="{85366F29-377A-4CEB-98C8-93EF4927D125}" sibTransId="{57B13A52-31F0-476C-9C94-394DAEB03104}"/>
    <dgm:cxn modelId="{AD8B5949-F17B-4E95-9CEA-465CFD62E9F4}" srcId="{34A12704-1675-4119-9966-43B230396D3A}" destId="{10DE581D-B94B-4B2C-9327-F26BE2E56866}" srcOrd="1" destOrd="0" parTransId="{2B7655F5-0623-4F61-BC9B-424F4C887614}" sibTransId="{E259EB8B-E526-46CD-9B76-95ED1888D2F6}"/>
    <dgm:cxn modelId="{3E63D76B-59B4-4826-ACF1-2123ACAD453A}" type="presOf" srcId="{52970EBC-E2B4-4190-B7E4-BE14A85643B3}" destId="{29F23885-C617-480A-99EE-C4BBEC49B3D3}" srcOrd="0" destOrd="0" presId="urn:microsoft.com/office/officeart/2016/7/layout/HorizontalActionList"/>
    <dgm:cxn modelId="{4E532871-43C1-4D26-B488-FC26C5C4EAF6}" srcId="{04759E64-4A19-4A26-AB5D-9F385FBA72B7}" destId="{6475FECF-68A6-4B63-9C72-5AEA95BFD19E}" srcOrd="0" destOrd="0" parTransId="{81E2D94B-EF6F-4980-B4E0-B73BF8AD3CE0}" sibTransId="{89980BBC-66AF-4EDB-811F-D0ABEB9A83DF}"/>
    <dgm:cxn modelId="{9BBB9676-57E8-48B7-B1B2-6C9280DBC9F5}" srcId="{71408710-C6FC-46E5-A13C-1E25A6E9B684}" destId="{34A12704-1675-4119-9966-43B230396D3A}" srcOrd="1" destOrd="0" parTransId="{281B8CB0-DF9C-4EC3-8377-B3D79FA8660B}" sibTransId="{C1274087-4F8E-4FA5-AC5C-E6382FBA3491}"/>
    <dgm:cxn modelId="{C7A86096-5698-400A-858D-4B0DB6BB951F}" type="presOf" srcId="{71408710-C6FC-46E5-A13C-1E25A6E9B684}" destId="{BCDB600B-2261-490F-B9DE-D9889167A92B}" srcOrd="0" destOrd="0" presId="urn:microsoft.com/office/officeart/2016/7/layout/HorizontalActionList"/>
    <dgm:cxn modelId="{C3B187CB-4D65-4F27-BCB5-B623F204EF6C}" srcId="{34A12704-1675-4119-9966-43B230396D3A}" destId="{D1E56147-FE39-44BE-85E5-8AE7A268A9E0}" srcOrd="0" destOrd="0" parTransId="{5FD6F20F-1ACC-48E2-B003-DE0D736895F7}" sibTransId="{E68DFA3E-90FC-44D0-BE32-B592FB8516FD}"/>
    <dgm:cxn modelId="{EA6197D6-3964-40BD-A5E0-92650C82A8F1}" srcId="{34A12704-1675-4119-9966-43B230396D3A}" destId="{42D05817-1A52-4E7D-929D-9ADD550B96BC}" srcOrd="2" destOrd="0" parTransId="{B4CFE67C-5FEC-4CC7-B960-5205DDFC8635}" sibTransId="{DC7D6107-EA8F-4638-BF51-4A5EC4F7E340}"/>
    <dgm:cxn modelId="{C6662AFA-C7CB-484D-B65C-AC7C1945D843}" type="presOf" srcId="{10DE581D-B94B-4B2C-9327-F26BE2E56866}" destId="{5583E100-8256-4047-9D78-55004997C3ED}" srcOrd="0" destOrd="1" presId="urn:microsoft.com/office/officeart/2016/7/layout/HorizontalActionList"/>
    <dgm:cxn modelId="{AF763BFA-F52D-48EA-87DD-B57B9E3174E9}" type="presOf" srcId="{6475FECF-68A6-4B63-9C72-5AEA95BFD19E}" destId="{F5212E0C-8B70-4ECF-81BE-16864034CF7B}" srcOrd="0" destOrd="0" presId="urn:microsoft.com/office/officeart/2016/7/layout/HorizontalActionList"/>
    <dgm:cxn modelId="{4AB26CFE-C93F-4FEF-B4BA-9B996B760420}" type="presOf" srcId="{42D05817-1A52-4E7D-929D-9ADD550B96BC}" destId="{5583E100-8256-4047-9D78-55004997C3ED}" srcOrd="0" destOrd="2" presId="urn:microsoft.com/office/officeart/2016/7/layout/HorizontalActionList"/>
    <dgm:cxn modelId="{563B26EC-C9F7-4365-95F9-8CCBEB8F1A3B}" type="presParOf" srcId="{BCDB600B-2261-490F-B9DE-D9889167A92B}" destId="{8D5B2280-3A53-4288-8C9B-6358CA8C03FC}" srcOrd="0" destOrd="0" presId="urn:microsoft.com/office/officeart/2016/7/layout/HorizontalActionList"/>
    <dgm:cxn modelId="{97A3189D-59E1-4DF4-AD2C-268FEE615841}" type="presParOf" srcId="{8D5B2280-3A53-4288-8C9B-6358CA8C03FC}" destId="{0B2A215E-5CCD-40E7-868F-3C65D3705FC3}" srcOrd="0" destOrd="0" presId="urn:microsoft.com/office/officeart/2016/7/layout/HorizontalActionList"/>
    <dgm:cxn modelId="{07500E19-6B6F-48A6-8918-4C5D8DB0ADD3}" type="presParOf" srcId="{8D5B2280-3A53-4288-8C9B-6358CA8C03FC}" destId="{29F23885-C617-480A-99EE-C4BBEC49B3D3}" srcOrd="1" destOrd="0" presId="urn:microsoft.com/office/officeart/2016/7/layout/HorizontalActionList"/>
    <dgm:cxn modelId="{B2EF5BCD-9BA5-4014-A8B4-0572AAB24497}" type="presParOf" srcId="{BCDB600B-2261-490F-B9DE-D9889167A92B}" destId="{10B6BC2A-7C6C-4644-BBFD-CF08A6C7A083}" srcOrd="1" destOrd="0" presId="urn:microsoft.com/office/officeart/2016/7/layout/HorizontalActionList"/>
    <dgm:cxn modelId="{9AA1FA22-F63F-49CF-916E-D59EA0643D35}" type="presParOf" srcId="{BCDB600B-2261-490F-B9DE-D9889167A92B}" destId="{89CBD1FD-683D-4C42-97E0-D760FD1F16BF}" srcOrd="2" destOrd="0" presId="urn:microsoft.com/office/officeart/2016/7/layout/HorizontalActionList"/>
    <dgm:cxn modelId="{CEEB2714-6BF0-4337-8B89-12352B9455D4}" type="presParOf" srcId="{89CBD1FD-683D-4C42-97E0-D760FD1F16BF}" destId="{DFAF2D54-FA5F-4DA8-9759-5ADEF4FE57AE}" srcOrd="0" destOrd="0" presId="urn:microsoft.com/office/officeart/2016/7/layout/HorizontalActionList"/>
    <dgm:cxn modelId="{FFF0A2D6-AD2E-44FD-BAC9-6184D64E987B}" type="presParOf" srcId="{89CBD1FD-683D-4C42-97E0-D760FD1F16BF}" destId="{5583E100-8256-4047-9D78-55004997C3ED}" srcOrd="1" destOrd="0" presId="urn:microsoft.com/office/officeart/2016/7/layout/HorizontalActionList"/>
    <dgm:cxn modelId="{142D191F-CDA8-4E6E-8CCF-893A926ED9AA}" type="presParOf" srcId="{BCDB600B-2261-490F-B9DE-D9889167A92B}" destId="{00C51262-F1C0-43FE-B20F-2A5358D23E56}" srcOrd="3" destOrd="0" presId="urn:microsoft.com/office/officeart/2016/7/layout/HorizontalActionList"/>
    <dgm:cxn modelId="{862692F4-EC96-41A6-98AC-185D568025F8}" type="presParOf" srcId="{BCDB600B-2261-490F-B9DE-D9889167A92B}" destId="{A30B074F-171C-451F-95B8-C06458FB53A5}" srcOrd="4" destOrd="0" presId="urn:microsoft.com/office/officeart/2016/7/layout/HorizontalActionList"/>
    <dgm:cxn modelId="{86A62F68-B673-4A8D-A0E3-C644F8AC3900}" type="presParOf" srcId="{A30B074F-171C-451F-95B8-C06458FB53A5}" destId="{59B4FB2D-A366-4805-AAE1-4E5933180210}" srcOrd="0" destOrd="0" presId="urn:microsoft.com/office/officeart/2016/7/layout/HorizontalActionList"/>
    <dgm:cxn modelId="{6AC1A7EC-EBAA-41D7-8984-4BB95D323E91}" type="presParOf" srcId="{A30B074F-171C-451F-95B8-C06458FB53A5}" destId="{F5212E0C-8B70-4ECF-81BE-16864034CF7B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45AEAD3-3B97-4354-B8FF-E0DEF7CA90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A436CB-3514-49F4-9200-FC885C472E0F}">
      <dgm:prSet/>
      <dgm:spPr/>
      <dgm:t>
        <a:bodyPr/>
        <a:lstStyle/>
        <a:p>
          <a:r>
            <a:rPr lang="en-US" noProof="1"/>
            <a:t>Total throughput: 50 requests in 0.33s</a:t>
          </a:r>
        </a:p>
      </dgm:t>
    </dgm:pt>
    <dgm:pt modelId="{9807E72F-EF19-4A6C-9F08-0B618467F532}" type="parTrans" cxnId="{94D3D5BD-405D-4098-A6ED-B56704D0BF7B}">
      <dgm:prSet/>
      <dgm:spPr/>
      <dgm:t>
        <a:bodyPr/>
        <a:lstStyle/>
        <a:p>
          <a:endParaRPr lang="en-US"/>
        </a:p>
      </dgm:t>
    </dgm:pt>
    <dgm:pt modelId="{E4A018E3-1D62-4544-B993-1BA8F8109EBB}" type="sibTrans" cxnId="{94D3D5BD-405D-4098-A6ED-B56704D0BF7B}">
      <dgm:prSet/>
      <dgm:spPr/>
      <dgm:t>
        <a:bodyPr/>
        <a:lstStyle/>
        <a:p>
          <a:endParaRPr lang="en-US"/>
        </a:p>
      </dgm:t>
    </dgm:pt>
    <dgm:pt modelId="{558E2BCE-3AAE-41D2-A424-BF1FA02B64C9}">
      <dgm:prSet/>
      <dgm:spPr/>
      <dgm:t>
        <a:bodyPr/>
        <a:lstStyle/>
        <a:p>
          <a:r>
            <a:rPr lang="en-US" noProof="1"/>
            <a:t>Average server processing: 0.65 ms</a:t>
          </a:r>
        </a:p>
      </dgm:t>
    </dgm:pt>
    <dgm:pt modelId="{EEA6A009-229F-451D-828E-1849CD0794D3}" type="parTrans" cxnId="{9312B3EC-611F-44A5-9F04-46A4AA26C7E4}">
      <dgm:prSet/>
      <dgm:spPr/>
      <dgm:t>
        <a:bodyPr/>
        <a:lstStyle/>
        <a:p>
          <a:endParaRPr lang="en-US"/>
        </a:p>
      </dgm:t>
    </dgm:pt>
    <dgm:pt modelId="{CDB0E882-2C18-4BCD-AFC3-CAD11D2E2C94}" type="sibTrans" cxnId="{9312B3EC-611F-44A5-9F04-46A4AA26C7E4}">
      <dgm:prSet/>
      <dgm:spPr/>
      <dgm:t>
        <a:bodyPr/>
        <a:lstStyle/>
        <a:p>
          <a:endParaRPr lang="en-US"/>
        </a:p>
      </dgm:t>
    </dgm:pt>
    <dgm:pt modelId="{57DE8081-E63D-4FFB-879E-61F471697DFD}">
      <dgm:prSet/>
      <dgm:spPr/>
      <dgm:t>
        <a:bodyPr/>
        <a:lstStyle/>
        <a:p>
          <a:r>
            <a:rPr lang="en-US" noProof="1"/>
            <a:t>Despite the initial network overhead (cold TCP connections), the Rust inference engine handles the load in perfect parallelism, keeping computation times under a millisecond.</a:t>
          </a:r>
        </a:p>
      </dgm:t>
    </dgm:pt>
    <dgm:pt modelId="{D5751DC7-F77A-4B06-A4B6-DB4AF8D36BD1}" type="parTrans" cxnId="{236068E6-4D2B-4A49-A5F7-C38475BB67C2}">
      <dgm:prSet/>
      <dgm:spPr/>
      <dgm:t>
        <a:bodyPr/>
        <a:lstStyle/>
        <a:p>
          <a:endParaRPr lang="en-US"/>
        </a:p>
      </dgm:t>
    </dgm:pt>
    <dgm:pt modelId="{85CD7CBA-6BF7-47C3-B8D8-E905B6B2599B}" type="sibTrans" cxnId="{236068E6-4D2B-4A49-A5F7-C38475BB67C2}">
      <dgm:prSet/>
      <dgm:spPr/>
      <dgm:t>
        <a:bodyPr/>
        <a:lstStyle/>
        <a:p>
          <a:endParaRPr lang="en-US"/>
        </a:p>
      </dgm:t>
    </dgm:pt>
    <dgm:pt modelId="{40B0B518-10BF-4163-B2C4-4FC491C5666C}" type="pres">
      <dgm:prSet presAssocID="{445AEAD3-3B97-4354-B8FF-E0DEF7CA904E}" presName="root" presStyleCnt="0">
        <dgm:presLayoutVars>
          <dgm:dir/>
          <dgm:resizeHandles val="exact"/>
        </dgm:presLayoutVars>
      </dgm:prSet>
      <dgm:spPr/>
    </dgm:pt>
    <dgm:pt modelId="{6746B719-99EA-4B3B-AA4F-67C96FBD5A3A}" type="pres">
      <dgm:prSet presAssocID="{CEA436CB-3514-49F4-9200-FC885C472E0F}" presName="compNode" presStyleCnt="0"/>
      <dgm:spPr/>
    </dgm:pt>
    <dgm:pt modelId="{F810E7BF-F21D-490E-BA27-753ACE1BE2B0}" type="pres">
      <dgm:prSet presAssocID="{CEA436CB-3514-49F4-9200-FC885C472E0F}" presName="bgRect" presStyleLbl="bgShp" presStyleIdx="0" presStyleCnt="3"/>
      <dgm:spPr/>
    </dgm:pt>
    <dgm:pt modelId="{BA0C556D-9860-478A-A450-3909B545510B}" type="pres">
      <dgm:prSet presAssocID="{CEA436CB-3514-49F4-9200-FC885C472E0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4B273F6-5CA4-41B2-8E6A-751F1D3B052C}" type="pres">
      <dgm:prSet presAssocID="{CEA436CB-3514-49F4-9200-FC885C472E0F}" presName="spaceRect" presStyleCnt="0"/>
      <dgm:spPr/>
    </dgm:pt>
    <dgm:pt modelId="{D9F55272-0454-42AC-83D7-34BE851CD342}" type="pres">
      <dgm:prSet presAssocID="{CEA436CB-3514-49F4-9200-FC885C472E0F}" presName="parTx" presStyleLbl="revTx" presStyleIdx="0" presStyleCnt="3">
        <dgm:presLayoutVars>
          <dgm:chMax val="0"/>
          <dgm:chPref val="0"/>
        </dgm:presLayoutVars>
      </dgm:prSet>
      <dgm:spPr/>
    </dgm:pt>
    <dgm:pt modelId="{278FF80D-6BC9-46F8-A758-12760D45ED7A}" type="pres">
      <dgm:prSet presAssocID="{E4A018E3-1D62-4544-B993-1BA8F8109EBB}" presName="sibTrans" presStyleCnt="0"/>
      <dgm:spPr/>
    </dgm:pt>
    <dgm:pt modelId="{84E67502-AB06-48F9-BDFB-CC20EF6B644C}" type="pres">
      <dgm:prSet presAssocID="{558E2BCE-3AAE-41D2-A424-BF1FA02B64C9}" presName="compNode" presStyleCnt="0"/>
      <dgm:spPr/>
    </dgm:pt>
    <dgm:pt modelId="{768E5A17-A2D8-43CF-B938-9F3237C827D1}" type="pres">
      <dgm:prSet presAssocID="{558E2BCE-3AAE-41D2-A424-BF1FA02B64C9}" presName="bgRect" presStyleLbl="bgShp" presStyleIdx="1" presStyleCnt="3"/>
      <dgm:spPr/>
    </dgm:pt>
    <dgm:pt modelId="{69421729-5413-410A-8FDF-026C8887AB6D}" type="pres">
      <dgm:prSet presAssocID="{558E2BCE-3AAE-41D2-A424-BF1FA02B64C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2668B81-C776-4646-8721-C831183A0E98}" type="pres">
      <dgm:prSet presAssocID="{558E2BCE-3AAE-41D2-A424-BF1FA02B64C9}" presName="spaceRect" presStyleCnt="0"/>
      <dgm:spPr/>
    </dgm:pt>
    <dgm:pt modelId="{40525A0D-11B4-4FBF-830F-B18F450D9383}" type="pres">
      <dgm:prSet presAssocID="{558E2BCE-3AAE-41D2-A424-BF1FA02B64C9}" presName="parTx" presStyleLbl="revTx" presStyleIdx="1" presStyleCnt="3">
        <dgm:presLayoutVars>
          <dgm:chMax val="0"/>
          <dgm:chPref val="0"/>
        </dgm:presLayoutVars>
      </dgm:prSet>
      <dgm:spPr/>
    </dgm:pt>
    <dgm:pt modelId="{488EE758-CE36-4E22-BF43-4ABBE232D97A}" type="pres">
      <dgm:prSet presAssocID="{CDB0E882-2C18-4BCD-AFC3-CAD11D2E2C94}" presName="sibTrans" presStyleCnt="0"/>
      <dgm:spPr/>
    </dgm:pt>
    <dgm:pt modelId="{4B72B158-06C4-44EA-8F15-B0F4B20ED094}" type="pres">
      <dgm:prSet presAssocID="{57DE8081-E63D-4FFB-879E-61F471697DFD}" presName="compNode" presStyleCnt="0"/>
      <dgm:spPr/>
    </dgm:pt>
    <dgm:pt modelId="{A515CA60-8DB7-43B1-B9A3-8D8B00700EFE}" type="pres">
      <dgm:prSet presAssocID="{57DE8081-E63D-4FFB-879E-61F471697DFD}" presName="bgRect" presStyleLbl="bgShp" presStyleIdx="2" presStyleCnt="3"/>
      <dgm:spPr/>
    </dgm:pt>
    <dgm:pt modelId="{D7A8277C-11BB-4B16-8787-D5772E373B9E}" type="pres">
      <dgm:prSet presAssocID="{57DE8081-E63D-4FFB-879E-61F471697DF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FE1B7BD6-B638-40EF-B803-84EDE335C8F0}" type="pres">
      <dgm:prSet presAssocID="{57DE8081-E63D-4FFB-879E-61F471697DFD}" presName="spaceRect" presStyleCnt="0"/>
      <dgm:spPr/>
    </dgm:pt>
    <dgm:pt modelId="{1A417F2E-9F35-4A1C-9CDF-77591F6FBF09}" type="pres">
      <dgm:prSet presAssocID="{57DE8081-E63D-4FFB-879E-61F471697DF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CE5E473-820C-4F59-8C26-61F5A24746F4}" type="presOf" srcId="{558E2BCE-3AAE-41D2-A424-BF1FA02B64C9}" destId="{40525A0D-11B4-4FBF-830F-B18F450D9383}" srcOrd="0" destOrd="0" presId="urn:microsoft.com/office/officeart/2018/2/layout/IconVerticalSolidList"/>
    <dgm:cxn modelId="{AA7A9778-D9BF-4098-8D18-0FBF2C339A32}" type="presOf" srcId="{57DE8081-E63D-4FFB-879E-61F471697DFD}" destId="{1A417F2E-9F35-4A1C-9CDF-77591F6FBF09}" srcOrd="0" destOrd="0" presId="urn:microsoft.com/office/officeart/2018/2/layout/IconVerticalSolidList"/>
    <dgm:cxn modelId="{94D3D5BD-405D-4098-A6ED-B56704D0BF7B}" srcId="{445AEAD3-3B97-4354-B8FF-E0DEF7CA904E}" destId="{CEA436CB-3514-49F4-9200-FC885C472E0F}" srcOrd="0" destOrd="0" parTransId="{9807E72F-EF19-4A6C-9F08-0B618467F532}" sibTransId="{E4A018E3-1D62-4544-B993-1BA8F8109EBB}"/>
    <dgm:cxn modelId="{F984FDCB-EEE0-45F1-B12E-9B6B7EECE686}" type="presOf" srcId="{CEA436CB-3514-49F4-9200-FC885C472E0F}" destId="{D9F55272-0454-42AC-83D7-34BE851CD342}" srcOrd="0" destOrd="0" presId="urn:microsoft.com/office/officeart/2018/2/layout/IconVerticalSolidList"/>
    <dgm:cxn modelId="{236068E6-4D2B-4A49-A5F7-C38475BB67C2}" srcId="{445AEAD3-3B97-4354-B8FF-E0DEF7CA904E}" destId="{57DE8081-E63D-4FFB-879E-61F471697DFD}" srcOrd="2" destOrd="0" parTransId="{D5751DC7-F77A-4B06-A4B6-DB4AF8D36BD1}" sibTransId="{85CD7CBA-6BF7-47C3-B8D8-E905B6B2599B}"/>
    <dgm:cxn modelId="{9312B3EC-611F-44A5-9F04-46A4AA26C7E4}" srcId="{445AEAD3-3B97-4354-B8FF-E0DEF7CA904E}" destId="{558E2BCE-3AAE-41D2-A424-BF1FA02B64C9}" srcOrd="1" destOrd="0" parTransId="{EEA6A009-229F-451D-828E-1849CD0794D3}" sibTransId="{CDB0E882-2C18-4BCD-AFC3-CAD11D2E2C94}"/>
    <dgm:cxn modelId="{A7CEE2FD-9144-4F57-92C4-BDE41FBC9ADF}" type="presOf" srcId="{445AEAD3-3B97-4354-B8FF-E0DEF7CA904E}" destId="{40B0B518-10BF-4163-B2C4-4FC491C5666C}" srcOrd="0" destOrd="0" presId="urn:microsoft.com/office/officeart/2018/2/layout/IconVerticalSolidList"/>
    <dgm:cxn modelId="{35165554-6056-4D73-A5D2-BE602EA2BD6F}" type="presParOf" srcId="{40B0B518-10BF-4163-B2C4-4FC491C5666C}" destId="{6746B719-99EA-4B3B-AA4F-67C96FBD5A3A}" srcOrd="0" destOrd="0" presId="urn:microsoft.com/office/officeart/2018/2/layout/IconVerticalSolidList"/>
    <dgm:cxn modelId="{8FA84852-1275-4333-AB61-9F26C085841F}" type="presParOf" srcId="{6746B719-99EA-4B3B-AA4F-67C96FBD5A3A}" destId="{F810E7BF-F21D-490E-BA27-753ACE1BE2B0}" srcOrd="0" destOrd="0" presId="urn:microsoft.com/office/officeart/2018/2/layout/IconVerticalSolidList"/>
    <dgm:cxn modelId="{A7C0C297-6232-4000-858C-BFC735CD64F1}" type="presParOf" srcId="{6746B719-99EA-4B3B-AA4F-67C96FBD5A3A}" destId="{BA0C556D-9860-478A-A450-3909B545510B}" srcOrd="1" destOrd="0" presId="urn:microsoft.com/office/officeart/2018/2/layout/IconVerticalSolidList"/>
    <dgm:cxn modelId="{52A8AB98-7299-46C0-8E31-02CA5DB1EAEA}" type="presParOf" srcId="{6746B719-99EA-4B3B-AA4F-67C96FBD5A3A}" destId="{74B273F6-5CA4-41B2-8E6A-751F1D3B052C}" srcOrd="2" destOrd="0" presId="urn:microsoft.com/office/officeart/2018/2/layout/IconVerticalSolidList"/>
    <dgm:cxn modelId="{E4F5E5F2-29B2-4226-9F6B-6AC8FCEC8467}" type="presParOf" srcId="{6746B719-99EA-4B3B-AA4F-67C96FBD5A3A}" destId="{D9F55272-0454-42AC-83D7-34BE851CD342}" srcOrd="3" destOrd="0" presId="urn:microsoft.com/office/officeart/2018/2/layout/IconVerticalSolidList"/>
    <dgm:cxn modelId="{09D5A1D9-BD86-4D9D-84D6-4B877CB6607B}" type="presParOf" srcId="{40B0B518-10BF-4163-B2C4-4FC491C5666C}" destId="{278FF80D-6BC9-46F8-A758-12760D45ED7A}" srcOrd="1" destOrd="0" presId="urn:microsoft.com/office/officeart/2018/2/layout/IconVerticalSolidList"/>
    <dgm:cxn modelId="{8D4E1463-0603-49E2-82C8-79CF0F1D1D2B}" type="presParOf" srcId="{40B0B518-10BF-4163-B2C4-4FC491C5666C}" destId="{84E67502-AB06-48F9-BDFB-CC20EF6B644C}" srcOrd="2" destOrd="0" presId="urn:microsoft.com/office/officeart/2018/2/layout/IconVerticalSolidList"/>
    <dgm:cxn modelId="{B3BFC0A0-AB0A-4BA7-885F-16337E579D43}" type="presParOf" srcId="{84E67502-AB06-48F9-BDFB-CC20EF6B644C}" destId="{768E5A17-A2D8-43CF-B938-9F3237C827D1}" srcOrd="0" destOrd="0" presId="urn:microsoft.com/office/officeart/2018/2/layout/IconVerticalSolidList"/>
    <dgm:cxn modelId="{0CB712C2-7918-4338-B27F-F34E574D3BB2}" type="presParOf" srcId="{84E67502-AB06-48F9-BDFB-CC20EF6B644C}" destId="{69421729-5413-410A-8FDF-026C8887AB6D}" srcOrd="1" destOrd="0" presId="urn:microsoft.com/office/officeart/2018/2/layout/IconVerticalSolidList"/>
    <dgm:cxn modelId="{D44FB986-77B9-4404-882B-E94BE4F58E19}" type="presParOf" srcId="{84E67502-AB06-48F9-BDFB-CC20EF6B644C}" destId="{C2668B81-C776-4646-8721-C831183A0E98}" srcOrd="2" destOrd="0" presId="urn:microsoft.com/office/officeart/2018/2/layout/IconVerticalSolidList"/>
    <dgm:cxn modelId="{5B08ED76-E4E5-414C-BF25-69172F99A6DC}" type="presParOf" srcId="{84E67502-AB06-48F9-BDFB-CC20EF6B644C}" destId="{40525A0D-11B4-4FBF-830F-B18F450D9383}" srcOrd="3" destOrd="0" presId="urn:microsoft.com/office/officeart/2018/2/layout/IconVerticalSolidList"/>
    <dgm:cxn modelId="{60498B76-151E-4667-916A-E43A072CFAFD}" type="presParOf" srcId="{40B0B518-10BF-4163-B2C4-4FC491C5666C}" destId="{488EE758-CE36-4E22-BF43-4ABBE232D97A}" srcOrd="3" destOrd="0" presId="urn:microsoft.com/office/officeart/2018/2/layout/IconVerticalSolidList"/>
    <dgm:cxn modelId="{D969C890-D67B-4C78-8316-64CA9EBA3A2F}" type="presParOf" srcId="{40B0B518-10BF-4163-B2C4-4FC491C5666C}" destId="{4B72B158-06C4-44EA-8F15-B0F4B20ED094}" srcOrd="4" destOrd="0" presId="urn:microsoft.com/office/officeart/2018/2/layout/IconVerticalSolidList"/>
    <dgm:cxn modelId="{B10ED296-1A76-4909-9926-314139F70B60}" type="presParOf" srcId="{4B72B158-06C4-44EA-8F15-B0F4B20ED094}" destId="{A515CA60-8DB7-43B1-B9A3-8D8B00700EFE}" srcOrd="0" destOrd="0" presId="urn:microsoft.com/office/officeart/2018/2/layout/IconVerticalSolidList"/>
    <dgm:cxn modelId="{3040B696-25BD-45A7-BE1F-6B10AEFB9348}" type="presParOf" srcId="{4B72B158-06C4-44EA-8F15-B0F4B20ED094}" destId="{D7A8277C-11BB-4B16-8787-D5772E373B9E}" srcOrd="1" destOrd="0" presId="urn:microsoft.com/office/officeart/2018/2/layout/IconVerticalSolidList"/>
    <dgm:cxn modelId="{9F16188B-79C3-4816-9762-AD8AD257D530}" type="presParOf" srcId="{4B72B158-06C4-44EA-8F15-B0F4B20ED094}" destId="{FE1B7BD6-B638-40EF-B803-84EDE335C8F0}" srcOrd="2" destOrd="0" presId="urn:microsoft.com/office/officeart/2018/2/layout/IconVerticalSolidList"/>
    <dgm:cxn modelId="{6A26A521-4B03-43D2-B74A-86D67765CC94}" type="presParOf" srcId="{4B72B158-06C4-44EA-8F15-B0F4B20ED094}" destId="{1A417F2E-9F35-4A1C-9CDF-77591F6FBF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3AA6A2E-69FB-4C55-9362-8EBEF9368883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386AEB4-916E-4033-B7B8-27A06B7E76D3}">
      <dgm:prSet/>
      <dgm:spPr/>
      <dgm:t>
        <a:bodyPr/>
        <a:lstStyle/>
        <a:p>
          <a:r>
            <a:rPr lang="en-US" b="1" i="0" baseline="0" noProof="1"/>
            <a:t>Baseline Validation</a:t>
          </a:r>
          <a:endParaRPr lang="en-US" noProof="1"/>
        </a:p>
      </dgm:t>
    </dgm:pt>
    <dgm:pt modelId="{15FCC1D9-EEEA-4CFF-BCA9-36F1325D0AC1}" type="parTrans" cxnId="{E53CB588-AF48-4E63-BBC3-926C836BABC6}">
      <dgm:prSet/>
      <dgm:spPr/>
      <dgm:t>
        <a:bodyPr/>
        <a:lstStyle/>
        <a:p>
          <a:endParaRPr lang="en-US"/>
        </a:p>
      </dgm:t>
    </dgm:pt>
    <dgm:pt modelId="{B437759A-7229-451F-AAD2-D7D70F681631}" type="sibTrans" cxnId="{E53CB588-AF48-4E63-BBC3-926C836BABC6}">
      <dgm:prSet/>
      <dgm:spPr/>
      <dgm:t>
        <a:bodyPr/>
        <a:lstStyle/>
        <a:p>
          <a:endParaRPr lang="en-US"/>
        </a:p>
      </dgm:t>
    </dgm:pt>
    <dgm:pt modelId="{25BE1D42-87E0-448D-9B35-FC422CB5050F}">
      <dgm:prSet/>
      <dgm:spPr/>
      <dgm:t>
        <a:bodyPr/>
        <a:lstStyle/>
        <a:p>
          <a:r>
            <a:rPr lang="en-US" b="0" i="0" baseline="0" noProof="1"/>
            <a:t>Initial tests confirmed stability at </a:t>
          </a:r>
          <a:r>
            <a:rPr lang="en-US" b="1" i="0" baseline="0" noProof="1"/>
            <a:t>50 concurrent requests.</a:t>
          </a:r>
          <a:endParaRPr lang="en-US" noProof="1"/>
        </a:p>
      </dgm:t>
    </dgm:pt>
    <dgm:pt modelId="{C535B7AC-8591-4E7D-9545-16F5EEA27826}" type="parTrans" cxnId="{FE55AA69-F6CE-4A6F-8AD5-A3398E891BEC}">
      <dgm:prSet/>
      <dgm:spPr/>
      <dgm:t>
        <a:bodyPr/>
        <a:lstStyle/>
        <a:p>
          <a:endParaRPr lang="en-US"/>
        </a:p>
      </dgm:t>
    </dgm:pt>
    <dgm:pt modelId="{5D16441E-BEE7-4C9E-B6C2-E5A572D7F87B}" type="sibTrans" cxnId="{FE55AA69-F6CE-4A6F-8AD5-A3398E891BEC}">
      <dgm:prSet/>
      <dgm:spPr/>
      <dgm:t>
        <a:bodyPr/>
        <a:lstStyle/>
        <a:p>
          <a:endParaRPr lang="en-US"/>
        </a:p>
      </dgm:t>
    </dgm:pt>
    <dgm:pt modelId="{1BEA6E2B-967B-4AFB-8A60-32A738EACBBE}">
      <dgm:prSet/>
      <dgm:spPr/>
      <dgm:t>
        <a:bodyPr/>
        <a:lstStyle/>
        <a:p>
          <a:r>
            <a:rPr lang="en-US" b="0" i="0" baseline="0" noProof="1"/>
            <a:t>Now the system will be evaluated on growing number of requests per second.</a:t>
          </a:r>
          <a:endParaRPr lang="en-US" noProof="1"/>
        </a:p>
      </dgm:t>
    </dgm:pt>
    <dgm:pt modelId="{265DB2C1-9FCC-41FE-A8BB-C1DF3A288FA3}" type="parTrans" cxnId="{1313DE71-23EB-4BC2-9C96-3AE017FAEBEA}">
      <dgm:prSet/>
      <dgm:spPr/>
      <dgm:t>
        <a:bodyPr/>
        <a:lstStyle/>
        <a:p>
          <a:endParaRPr lang="en-US"/>
        </a:p>
      </dgm:t>
    </dgm:pt>
    <dgm:pt modelId="{71FE22A1-1AA2-455D-BFE8-2F2A2EB4C43F}" type="sibTrans" cxnId="{1313DE71-23EB-4BC2-9C96-3AE017FAEBEA}">
      <dgm:prSet/>
      <dgm:spPr/>
      <dgm:t>
        <a:bodyPr/>
        <a:lstStyle/>
        <a:p>
          <a:endParaRPr lang="en-US"/>
        </a:p>
      </dgm:t>
    </dgm:pt>
    <dgm:pt modelId="{33E0B6ED-0BAE-4BD5-ADCD-FF3E2BFA49BD}">
      <dgm:prSet/>
      <dgm:spPr/>
      <dgm:t>
        <a:bodyPr/>
        <a:lstStyle/>
        <a:p>
          <a:r>
            <a:rPr lang="en-US" b="1" i="0" baseline="0" noProof="1"/>
            <a:t>Ramp-Up Approach</a:t>
          </a:r>
          <a:endParaRPr lang="en-US" noProof="1"/>
        </a:p>
      </dgm:t>
    </dgm:pt>
    <dgm:pt modelId="{452C8A5E-7D00-4E2A-B81F-6AB47C6A8704}" type="parTrans" cxnId="{3AF3673D-7D70-4F97-AD9D-8E06C8E0E524}">
      <dgm:prSet/>
      <dgm:spPr/>
      <dgm:t>
        <a:bodyPr/>
        <a:lstStyle/>
        <a:p>
          <a:endParaRPr lang="en-US"/>
        </a:p>
      </dgm:t>
    </dgm:pt>
    <dgm:pt modelId="{348D3ED8-AA1E-4489-AF5D-4A94199D3059}" type="sibTrans" cxnId="{3AF3673D-7D70-4F97-AD9D-8E06C8E0E524}">
      <dgm:prSet/>
      <dgm:spPr/>
      <dgm:t>
        <a:bodyPr/>
        <a:lstStyle/>
        <a:p>
          <a:endParaRPr lang="en-US"/>
        </a:p>
      </dgm:t>
    </dgm:pt>
    <dgm:pt modelId="{7549BF23-082B-4DFA-B584-87CA621C6D15}">
      <dgm:prSet/>
      <dgm:spPr/>
      <dgm:t>
        <a:bodyPr/>
        <a:lstStyle/>
        <a:p>
          <a:r>
            <a:rPr lang="en-US" b="1" i="0" baseline="0" noProof="1"/>
            <a:t>Goal:</a:t>
          </a:r>
          <a:r>
            <a:rPr lang="en-US" b="0" i="0" baseline="0" noProof="1"/>
            <a:t> Identify the system's Maximum Throughput.</a:t>
          </a:r>
          <a:endParaRPr lang="en-US" noProof="1"/>
        </a:p>
      </dgm:t>
    </dgm:pt>
    <dgm:pt modelId="{EBE517C3-68D9-45F3-9737-C6DB53D4D87F}" type="parTrans" cxnId="{5CCF2910-2BC0-49F2-BAEC-B3A793A95B65}">
      <dgm:prSet/>
      <dgm:spPr/>
      <dgm:t>
        <a:bodyPr/>
        <a:lstStyle/>
        <a:p>
          <a:endParaRPr lang="en-US"/>
        </a:p>
      </dgm:t>
    </dgm:pt>
    <dgm:pt modelId="{17F8D3CE-7B1A-4456-A840-3A773EA5DD08}" type="sibTrans" cxnId="{5CCF2910-2BC0-49F2-BAEC-B3A793A95B65}">
      <dgm:prSet/>
      <dgm:spPr/>
      <dgm:t>
        <a:bodyPr/>
        <a:lstStyle/>
        <a:p>
          <a:endParaRPr lang="en-US"/>
        </a:p>
      </dgm:t>
    </dgm:pt>
    <dgm:pt modelId="{DC46E336-2C4F-4240-B785-8A748B3BB55F}">
      <dgm:prSet/>
      <dgm:spPr/>
      <dgm:t>
        <a:bodyPr/>
        <a:lstStyle/>
        <a:p>
          <a:r>
            <a:rPr lang="en-US" b="1" i="0" baseline="0" noProof="1"/>
            <a:t>Method:</a:t>
          </a:r>
          <a:r>
            <a:rPr lang="en-US" b="0" i="0" baseline="0" noProof="1"/>
            <a:t> Incrementally increasing </a:t>
          </a:r>
          <a:r>
            <a:rPr lang="en-US" b="1" i="0" baseline="0" noProof="1"/>
            <a:t>Target RPS</a:t>
          </a:r>
          <a:r>
            <a:rPr lang="en-US" b="0" i="0" baseline="0" noProof="1"/>
            <a:t> (Requests Per Second) steps.</a:t>
          </a:r>
          <a:endParaRPr lang="en-US" noProof="1"/>
        </a:p>
      </dgm:t>
    </dgm:pt>
    <dgm:pt modelId="{0BE0A22A-B735-4AEC-8241-11E4C6CB09F8}" type="parTrans" cxnId="{BA2D2771-0491-4319-871C-AFA6FBF006E4}">
      <dgm:prSet/>
      <dgm:spPr/>
      <dgm:t>
        <a:bodyPr/>
        <a:lstStyle/>
        <a:p>
          <a:endParaRPr lang="en-US"/>
        </a:p>
      </dgm:t>
    </dgm:pt>
    <dgm:pt modelId="{1969C554-6599-434A-94E7-F51DCA88E4B8}" type="sibTrans" cxnId="{BA2D2771-0491-4319-871C-AFA6FBF006E4}">
      <dgm:prSet/>
      <dgm:spPr/>
      <dgm:t>
        <a:bodyPr/>
        <a:lstStyle/>
        <a:p>
          <a:endParaRPr lang="en-US"/>
        </a:p>
      </dgm:t>
    </dgm:pt>
    <dgm:pt modelId="{9A2923EC-1126-4947-AD0F-4A1C88473E2F}">
      <dgm:prSet/>
      <dgm:spPr/>
      <dgm:t>
        <a:bodyPr/>
        <a:lstStyle/>
        <a:p>
          <a:r>
            <a:rPr lang="en-US" b="0" i="0" baseline="0" noProof="1"/>
            <a:t>From 100 RPS to 15,000 RPS.</a:t>
          </a:r>
          <a:endParaRPr lang="en-US" noProof="1"/>
        </a:p>
      </dgm:t>
    </dgm:pt>
    <dgm:pt modelId="{72C53DF7-F50D-47BE-A431-613F22F8F1E6}" type="parTrans" cxnId="{2A010130-D3B7-4548-BDC0-2BCE11035C23}">
      <dgm:prSet/>
      <dgm:spPr/>
      <dgm:t>
        <a:bodyPr/>
        <a:lstStyle/>
        <a:p>
          <a:endParaRPr lang="en-US"/>
        </a:p>
      </dgm:t>
    </dgm:pt>
    <dgm:pt modelId="{7EBD532A-4D60-432F-AA14-E96F994F9394}" type="sibTrans" cxnId="{2A010130-D3B7-4548-BDC0-2BCE11035C23}">
      <dgm:prSet/>
      <dgm:spPr/>
      <dgm:t>
        <a:bodyPr/>
        <a:lstStyle/>
        <a:p>
          <a:endParaRPr lang="en-US"/>
        </a:p>
      </dgm:t>
    </dgm:pt>
    <dgm:pt modelId="{76DED14C-7D3F-4F5D-93F8-5C5CD4FCE01C}">
      <dgm:prSet/>
      <dgm:spPr/>
      <dgm:t>
        <a:bodyPr/>
        <a:lstStyle/>
        <a:p>
          <a:r>
            <a:rPr lang="en-US" b="1" i="0" baseline="0" noProof="1"/>
            <a:t>Failure Criteria (SLA Breach)</a:t>
          </a:r>
          <a:endParaRPr lang="en-US" noProof="1"/>
        </a:p>
      </dgm:t>
    </dgm:pt>
    <dgm:pt modelId="{67608C1B-05E4-41F1-8A58-BA6DB0A3B4C4}" type="parTrans" cxnId="{371B7C63-16FC-44F2-8D5E-F0984979054D}">
      <dgm:prSet/>
      <dgm:spPr/>
      <dgm:t>
        <a:bodyPr/>
        <a:lstStyle/>
        <a:p>
          <a:endParaRPr lang="en-US"/>
        </a:p>
      </dgm:t>
    </dgm:pt>
    <dgm:pt modelId="{1ED32E5B-C2AF-4500-854A-0840144D39B7}" type="sibTrans" cxnId="{371B7C63-16FC-44F2-8D5E-F0984979054D}">
      <dgm:prSet/>
      <dgm:spPr/>
      <dgm:t>
        <a:bodyPr/>
        <a:lstStyle/>
        <a:p>
          <a:endParaRPr lang="en-US"/>
        </a:p>
      </dgm:t>
    </dgm:pt>
    <dgm:pt modelId="{CAD99D7D-7C46-47B0-AE27-8D96ED7E0D53}">
      <dgm:prSet/>
      <dgm:spPr/>
      <dgm:t>
        <a:bodyPr/>
        <a:lstStyle/>
        <a:p>
          <a:r>
            <a:rPr lang="en-US" b="0" i="0" baseline="0" noProof="1"/>
            <a:t>The system is considered "broken" if either condition is met:</a:t>
          </a:r>
          <a:endParaRPr lang="en-US" noProof="1"/>
        </a:p>
      </dgm:t>
    </dgm:pt>
    <dgm:pt modelId="{9860E093-9E83-4B86-A1B6-F5D6A5671363}" type="parTrans" cxnId="{64DCB571-2245-4645-A949-CC11EFC29C82}">
      <dgm:prSet/>
      <dgm:spPr/>
      <dgm:t>
        <a:bodyPr/>
        <a:lstStyle/>
        <a:p>
          <a:endParaRPr lang="en-US"/>
        </a:p>
      </dgm:t>
    </dgm:pt>
    <dgm:pt modelId="{55E146E4-5CA1-4B20-8F7B-48DEC42150D2}" type="sibTrans" cxnId="{64DCB571-2245-4645-A949-CC11EFC29C82}">
      <dgm:prSet/>
      <dgm:spPr/>
      <dgm:t>
        <a:bodyPr/>
        <a:lstStyle/>
        <a:p>
          <a:endParaRPr lang="en-US"/>
        </a:p>
      </dgm:t>
    </dgm:pt>
    <dgm:pt modelId="{316098DA-4FD7-4354-A6E7-5175249EF5B0}">
      <dgm:prSet/>
      <dgm:spPr/>
      <dgm:t>
        <a:bodyPr/>
        <a:lstStyle/>
        <a:p>
          <a:r>
            <a:rPr lang="en-US" b="1" i="0" baseline="0" noProof="1"/>
            <a:t>Latency Timeout:</a:t>
          </a:r>
          <a:r>
            <a:rPr lang="en-US" b="0" i="0" baseline="0" noProof="1"/>
            <a:t> P99 &gt; 2000 (Client stops waiting).</a:t>
          </a:r>
          <a:endParaRPr lang="en-US" noProof="1"/>
        </a:p>
      </dgm:t>
    </dgm:pt>
    <dgm:pt modelId="{74990658-DE52-4C2A-8CBA-C6328CDB57FA}" type="parTrans" cxnId="{3F273275-8750-49F9-AB3E-4AE9B1F03BC8}">
      <dgm:prSet/>
      <dgm:spPr/>
      <dgm:t>
        <a:bodyPr/>
        <a:lstStyle/>
        <a:p>
          <a:endParaRPr lang="en-US"/>
        </a:p>
      </dgm:t>
    </dgm:pt>
    <dgm:pt modelId="{9A52295C-AE7C-4989-ACA5-A8A52D577FFB}" type="sibTrans" cxnId="{3F273275-8750-49F9-AB3E-4AE9B1F03BC8}">
      <dgm:prSet/>
      <dgm:spPr/>
      <dgm:t>
        <a:bodyPr/>
        <a:lstStyle/>
        <a:p>
          <a:endParaRPr lang="en-US"/>
        </a:p>
      </dgm:t>
    </dgm:pt>
    <dgm:pt modelId="{DD532639-4BBB-4864-B957-3D74A39A5F6E}">
      <dgm:prSet/>
      <dgm:spPr/>
      <dgm:t>
        <a:bodyPr/>
        <a:lstStyle/>
        <a:p>
          <a:r>
            <a:rPr lang="en-US" b="1" i="0" baseline="0" noProof="1"/>
            <a:t>Service Collapse:</a:t>
          </a:r>
          <a:r>
            <a:rPr lang="en-US" b="0" i="0" baseline="0" noProof="1"/>
            <a:t> Error Rate &gt; 5% (Connection Refused / Dropped packets).</a:t>
          </a:r>
          <a:endParaRPr lang="en-US" noProof="1"/>
        </a:p>
      </dgm:t>
    </dgm:pt>
    <dgm:pt modelId="{478AA1FA-5A63-4546-93DA-5059B5E7EEBF}" type="parTrans" cxnId="{5FED2BBA-D411-4FD2-8914-D87849C1CC1F}">
      <dgm:prSet/>
      <dgm:spPr/>
      <dgm:t>
        <a:bodyPr/>
        <a:lstStyle/>
        <a:p>
          <a:endParaRPr lang="en-US"/>
        </a:p>
      </dgm:t>
    </dgm:pt>
    <dgm:pt modelId="{200EEC27-E028-4875-A1FE-A9C4D385ACE8}" type="sibTrans" cxnId="{5FED2BBA-D411-4FD2-8914-D87849C1CC1F}">
      <dgm:prSet/>
      <dgm:spPr/>
      <dgm:t>
        <a:bodyPr/>
        <a:lstStyle/>
        <a:p>
          <a:endParaRPr lang="en-US"/>
        </a:p>
      </dgm:t>
    </dgm:pt>
    <dgm:pt modelId="{2B04809B-289D-4FF5-887D-43D9CFB53381}" type="pres">
      <dgm:prSet presAssocID="{A3AA6A2E-69FB-4C55-9362-8EBEF9368883}" presName="Name0" presStyleCnt="0">
        <dgm:presLayoutVars>
          <dgm:dir/>
          <dgm:animLvl val="lvl"/>
          <dgm:resizeHandles val="exact"/>
        </dgm:presLayoutVars>
      </dgm:prSet>
      <dgm:spPr/>
    </dgm:pt>
    <dgm:pt modelId="{1106CB38-303A-46D2-9542-9D8B5662F36C}" type="pres">
      <dgm:prSet presAssocID="{6386AEB4-916E-4033-B7B8-27A06B7E76D3}" presName="composite" presStyleCnt="0"/>
      <dgm:spPr/>
    </dgm:pt>
    <dgm:pt modelId="{EFD0B3B0-5489-468B-BBF0-BCED2159F012}" type="pres">
      <dgm:prSet presAssocID="{6386AEB4-916E-4033-B7B8-27A06B7E76D3}" presName="parTx" presStyleLbl="alignNode1" presStyleIdx="0" presStyleCnt="3">
        <dgm:presLayoutVars>
          <dgm:chMax val="0"/>
          <dgm:chPref val="0"/>
        </dgm:presLayoutVars>
      </dgm:prSet>
      <dgm:spPr/>
    </dgm:pt>
    <dgm:pt modelId="{102F2168-72A8-4691-A125-BE62FDF50497}" type="pres">
      <dgm:prSet presAssocID="{6386AEB4-916E-4033-B7B8-27A06B7E76D3}" presName="desTx" presStyleLbl="alignAccFollowNode1" presStyleIdx="0" presStyleCnt="3">
        <dgm:presLayoutVars/>
      </dgm:prSet>
      <dgm:spPr/>
    </dgm:pt>
    <dgm:pt modelId="{2FF95174-82E8-48A2-9D76-C3854A0A79B0}" type="pres">
      <dgm:prSet presAssocID="{B437759A-7229-451F-AAD2-D7D70F681631}" presName="space" presStyleCnt="0"/>
      <dgm:spPr/>
    </dgm:pt>
    <dgm:pt modelId="{58599368-4314-496D-9DE2-26DF6B5C400D}" type="pres">
      <dgm:prSet presAssocID="{33E0B6ED-0BAE-4BD5-ADCD-FF3E2BFA49BD}" presName="composite" presStyleCnt="0"/>
      <dgm:spPr/>
    </dgm:pt>
    <dgm:pt modelId="{83543D12-2AE3-48D5-B7B2-7FE3F1ABF088}" type="pres">
      <dgm:prSet presAssocID="{33E0B6ED-0BAE-4BD5-ADCD-FF3E2BFA49BD}" presName="parTx" presStyleLbl="alignNode1" presStyleIdx="1" presStyleCnt="3">
        <dgm:presLayoutVars>
          <dgm:chMax val="0"/>
          <dgm:chPref val="0"/>
        </dgm:presLayoutVars>
      </dgm:prSet>
      <dgm:spPr/>
    </dgm:pt>
    <dgm:pt modelId="{5DF232C3-E5B8-4323-BC79-7BC0449A3808}" type="pres">
      <dgm:prSet presAssocID="{33E0B6ED-0BAE-4BD5-ADCD-FF3E2BFA49BD}" presName="desTx" presStyleLbl="alignAccFollowNode1" presStyleIdx="1" presStyleCnt="3">
        <dgm:presLayoutVars/>
      </dgm:prSet>
      <dgm:spPr/>
    </dgm:pt>
    <dgm:pt modelId="{69656AD2-2D54-4DA9-9E38-8912BB84F6AE}" type="pres">
      <dgm:prSet presAssocID="{348D3ED8-AA1E-4489-AF5D-4A94199D3059}" presName="space" presStyleCnt="0"/>
      <dgm:spPr/>
    </dgm:pt>
    <dgm:pt modelId="{9359BB1C-AACD-4BD9-ABF5-5C4DE17E197E}" type="pres">
      <dgm:prSet presAssocID="{76DED14C-7D3F-4F5D-93F8-5C5CD4FCE01C}" presName="composite" presStyleCnt="0"/>
      <dgm:spPr/>
    </dgm:pt>
    <dgm:pt modelId="{FD826326-E4FF-49BE-B069-E4343DA7C188}" type="pres">
      <dgm:prSet presAssocID="{76DED14C-7D3F-4F5D-93F8-5C5CD4FCE01C}" presName="parTx" presStyleLbl="alignNode1" presStyleIdx="2" presStyleCnt="3">
        <dgm:presLayoutVars>
          <dgm:chMax val="0"/>
          <dgm:chPref val="0"/>
        </dgm:presLayoutVars>
      </dgm:prSet>
      <dgm:spPr/>
    </dgm:pt>
    <dgm:pt modelId="{E3AFD045-BB5D-4D45-95EF-3A3BA08103E5}" type="pres">
      <dgm:prSet presAssocID="{76DED14C-7D3F-4F5D-93F8-5C5CD4FCE01C}" presName="desTx" presStyleLbl="alignAccFollowNode1" presStyleIdx="2" presStyleCnt="3">
        <dgm:presLayoutVars/>
      </dgm:prSet>
      <dgm:spPr/>
    </dgm:pt>
  </dgm:ptLst>
  <dgm:cxnLst>
    <dgm:cxn modelId="{532AE50A-7264-4882-8D28-830C2404D206}" type="presOf" srcId="{DD532639-4BBB-4864-B957-3D74A39A5F6E}" destId="{E3AFD045-BB5D-4D45-95EF-3A3BA08103E5}" srcOrd="0" destOrd="2" presId="urn:microsoft.com/office/officeart/2016/7/layout/ChevronBlockProcess"/>
    <dgm:cxn modelId="{5CCF2910-2BC0-49F2-BAEC-B3A793A95B65}" srcId="{33E0B6ED-0BAE-4BD5-ADCD-FF3E2BFA49BD}" destId="{7549BF23-082B-4DFA-B584-87CA621C6D15}" srcOrd="0" destOrd="0" parTransId="{EBE517C3-68D9-45F3-9737-C6DB53D4D87F}" sibTransId="{17F8D3CE-7B1A-4456-A840-3A773EA5DD08}"/>
    <dgm:cxn modelId="{28741124-6891-4451-883E-7DB0BBFB270D}" type="presOf" srcId="{6386AEB4-916E-4033-B7B8-27A06B7E76D3}" destId="{EFD0B3B0-5489-468B-BBF0-BCED2159F012}" srcOrd="0" destOrd="0" presId="urn:microsoft.com/office/officeart/2016/7/layout/ChevronBlockProcess"/>
    <dgm:cxn modelId="{A46CE426-7D12-4568-BB2B-3DBFE6851411}" type="presOf" srcId="{CAD99D7D-7C46-47B0-AE27-8D96ED7E0D53}" destId="{E3AFD045-BB5D-4D45-95EF-3A3BA08103E5}" srcOrd="0" destOrd="0" presId="urn:microsoft.com/office/officeart/2016/7/layout/ChevronBlockProcess"/>
    <dgm:cxn modelId="{2A010130-D3B7-4548-BDC0-2BCE11035C23}" srcId="{33E0B6ED-0BAE-4BD5-ADCD-FF3E2BFA49BD}" destId="{9A2923EC-1126-4947-AD0F-4A1C88473E2F}" srcOrd="2" destOrd="0" parTransId="{72C53DF7-F50D-47BE-A431-613F22F8F1E6}" sibTransId="{7EBD532A-4D60-432F-AA14-E96F994F9394}"/>
    <dgm:cxn modelId="{3AF3673D-7D70-4F97-AD9D-8E06C8E0E524}" srcId="{A3AA6A2E-69FB-4C55-9362-8EBEF9368883}" destId="{33E0B6ED-0BAE-4BD5-ADCD-FF3E2BFA49BD}" srcOrd="1" destOrd="0" parTransId="{452C8A5E-7D00-4E2A-B81F-6AB47C6A8704}" sibTransId="{348D3ED8-AA1E-4489-AF5D-4A94199D3059}"/>
    <dgm:cxn modelId="{EAB49960-9A3E-4D84-AF7C-BD3BE2189719}" type="presOf" srcId="{DC46E336-2C4F-4240-B785-8A748B3BB55F}" destId="{5DF232C3-E5B8-4323-BC79-7BC0449A3808}" srcOrd="0" destOrd="1" presId="urn:microsoft.com/office/officeart/2016/7/layout/ChevronBlockProcess"/>
    <dgm:cxn modelId="{371B7C63-16FC-44F2-8D5E-F0984979054D}" srcId="{A3AA6A2E-69FB-4C55-9362-8EBEF9368883}" destId="{76DED14C-7D3F-4F5D-93F8-5C5CD4FCE01C}" srcOrd="2" destOrd="0" parTransId="{67608C1B-05E4-41F1-8A58-BA6DB0A3B4C4}" sibTransId="{1ED32E5B-C2AF-4500-854A-0840144D39B7}"/>
    <dgm:cxn modelId="{B6EE3D46-850A-4EFD-956D-31BE90025C50}" type="presOf" srcId="{9A2923EC-1126-4947-AD0F-4A1C88473E2F}" destId="{5DF232C3-E5B8-4323-BC79-7BC0449A3808}" srcOrd="0" destOrd="2" presId="urn:microsoft.com/office/officeart/2016/7/layout/ChevronBlockProcess"/>
    <dgm:cxn modelId="{4601EC47-6C2C-44E6-BB94-A0FEF9E3E513}" type="presOf" srcId="{7549BF23-082B-4DFA-B584-87CA621C6D15}" destId="{5DF232C3-E5B8-4323-BC79-7BC0449A3808}" srcOrd="0" destOrd="0" presId="urn:microsoft.com/office/officeart/2016/7/layout/ChevronBlockProcess"/>
    <dgm:cxn modelId="{FE55AA69-F6CE-4A6F-8AD5-A3398E891BEC}" srcId="{6386AEB4-916E-4033-B7B8-27A06B7E76D3}" destId="{25BE1D42-87E0-448D-9B35-FC422CB5050F}" srcOrd="0" destOrd="0" parTransId="{C535B7AC-8591-4E7D-9545-16F5EEA27826}" sibTransId="{5D16441E-BEE7-4C9E-B6C2-E5A572D7F87B}"/>
    <dgm:cxn modelId="{BA2D2771-0491-4319-871C-AFA6FBF006E4}" srcId="{33E0B6ED-0BAE-4BD5-ADCD-FF3E2BFA49BD}" destId="{DC46E336-2C4F-4240-B785-8A748B3BB55F}" srcOrd="1" destOrd="0" parTransId="{0BE0A22A-B735-4AEC-8241-11E4C6CB09F8}" sibTransId="{1969C554-6599-434A-94E7-F51DCA88E4B8}"/>
    <dgm:cxn modelId="{64DCB571-2245-4645-A949-CC11EFC29C82}" srcId="{76DED14C-7D3F-4F5D-93F8-5C5CD4FCE01C}" destId="{CAD99D7D-7C46-47B0-AE27-8D96ED7E0D53}" srcOrd="0" destOrd="0" parTransId="{9860E093-9E83-4B86-A1B6-F5D6A5671363}" sibTransId="{55E146E4-5CA1-4B20-8F7B-48DEC42150D2}"/>
    <dgm:cxn modelId="{1313DE71-23EB-4BC2-9C96-3AE017FAEBEA}" srcId="{6386AEB4-916E-4033-B7B8-27A06B7E76D3}" destId="{1BEA6E2B-967B-4AFB-8A60-32A738EACBBE}" srcOrd="1" destOrd="0" parTransId="{265DB2C1-9FCC-41FE-A8BB-C1DF3A288FA3}" sibTransId="{71FE22A1-1AA2-455D-BFE8-2F2A2EB4C43F}"/>
    <dgm:cxn modelId="{25F76274-0F00-47E1-8A05-77BB829F6CEE}" type="presOf" srcId="{316098DA-4FD7-4354-A6E7-5175249EF5B0}" destId="{E3AFD045-BB5D-4D45-95EF-3A3BA08103E5}" srcOrd="0" destOrd="1" presId="urn:microsoft.com/office/officeart/2016/7/layout/ChevronBlockProcess"/>
    <dgm:cxn modelId="{3F273275-8750-49F9-AB3E-4AE9B1F03BC8}" srcId="{CAD99D7D-7C46-47B0-AE27-8D96ED7E0D53}" destId="{316098DA-4FD7-4354-A6E7-5175249EF5B0}" srcOrd="0" destOrd="0" parTransId="{74990658-DE52-4C2A-8CBA-C6328CDB57FA}" sibTransId="{9A52295C-AE7C-4989-ACA5-A8A52D577FFB}"/>
    <dgm:cxn modelId="{1B943377-139B-47AC-A0D4-C549E7A94F1F}" type="presOf" srcId="{1BEA6E2B-967B-4AFB-8A60-32A738EACBBE}" destId="{102F2168-72A8-4691-A125-BE62FDF50497}" srcOrd="0" destOrd="1" presId="urn:microsoft.com/office/officeart/2016/7/layout/ChevronBlockProcess"/>
    <dgm:cxn modelId="{10F23580-6CD2-4E2B-808A-019C9B8397B2}" type="presOf" srcId="{76DED14C-7D3F-4F5D-93F8-5C5CD4FCE01C}" destId="{FD826326-E4FF-49BE-B069-E4343DA7C188}" srcOrd="0" destOrd="0" presId="urn:microsoft.com/office/officeart/2016/7/layout/ChevronBlockProcess"/>
    <dgm:cxn modelId="{E53CB588-AF48-4E63-BBC3-926C836BABC6}" srcId="{A3AA6A2E-69FB-4C55-9362-8EBEF9368883}" destId="{6386AEB4-916E-4033-B7B8-27A06B7E76D3}" srcOrd="0" destOrd="0" parTransId="{15FCC1D9-EEEA-4CFF-BCA9-36F1325D0AC1}" sibTransId="{B437759A-7229-451F-AAD2-D7D70F681631}"/>
    <dgm:cxn modelId="{B374398C-A0FB-4171-9481-29B9F6A47ADB}" type="presOf" srcId="{25BE1D42-87E0-448D-9B35-FC422CB5050F}" destId="{102F2168-72A8-4691-A125-BE62FDF50497}" srcOrd="0" destOrd="0" presId="urn:microsoft.com/office/officeart/2016/7/layout/ChevronBlockProcess"/>
    <dgm:cxn modelId="{77B2EEA1-3C0F-4E5E-A010-AE9B8252530E}" type="presOf" srcId="{33E0B6ED-0BAE-4BD5-ADCD-FF3E2BFA49BD}" destId="{83543D12-2AE3-48D5-B7B2-7FE3F1ABF088}" srcOrd="0" destOrd="0" presId="urn:microsoft.com/office/officeart/2016/7/layout/ChevronBlockProcess"/>
    <dgm:cxn modelId="{5FED2BBA-D411-4FD2-8914-D87849C1CC1F}" srcId="{CAD99D7D-7C46-47B0-AE27-8D96ED7E0D53}" destId="{DD532639-4BBB-4864-B957-3D74A39A5F6E}" srcOrd="1" destOrd="0" parTransId="{478AA1FA-5A63-4546-93DA-5059B5E7EEBF}" sibTransId="{200EEC27-E028-4875-A1FE-A9C4D385ACE8}"/>
    <dgm:cxn modelId="{CD60D9CC-8312-41ED-80B4-EA8DA553FFEF}" type="presOf" srcId="{A3AA6A2E-69FB-4C55-9362-8EBEF9368883}" destId="{2B04809B-289D-4FF5-887D-43D9CFB53381}" srcOrd="0" destOrd="0" presId="urn:microsoft.com/office/officeart/2016/7/layout/ChevronBlockProcess"/>
    <dgm:cxn modelId="{7D06F065-B252-4B0B-BCE0-55536D039301}" type="presParOf" srcId="{2B04809B-289D-4FF5-887D-43D9CFB53381}" destId="{1106CB38-303A-46D2-9542-9D8B5662F36C}" srcOrd="0" destOrd="0" presId="urn:microsoft.com/office/officeart/2016/7/layout/ChevronBlockProcess"/>
    <dgm:cxn modelId="{A0F8F774-FA30-412A-9DFB-8D867AD55FBB}" type="presParOf" srcId="{1106CB38-303A-46D2-9542-9D8B5662F36C}" destId="{EFD0B3B0-5489-468B-BBF0-BCED2159F012}" srcOrd="0" destOrd="0" presId="urn:microsoft.com/office/officeart/2016/7/layout/ChevronBlockProcess"/>
    <dgm:cxn modelId="{C40B4035-8775-4CD8-A4F2-597FF3A2B00F}" type="presParOf" srcId="{1106CB38-303A-46D2-9542-9D8B5662F36C}" destId="{102F2168-72A8-4691-A125-BE62FDF50497}" srcOrd="1" destOrd="0" presId="urn:microsoft.com/office/officeart/2016/7/layout/ChevronBlockProcess"/>
    <dgm:cxn modelId="{8BEDD213-274C-4CFA-8636-BACDDB988095}" type="presParOf" srcId="{2B04809B-289D-4FF5-887D-43D9CFB53381}" destId="{2FF95174-82E8-48A2-9D76-C3854A0A79B0}" srcOrd="1" destOrd="0" presId="urn:microsoft.com/office/officeart/2016/7/layout/ChevronBlockProcess"/>
    <dgm:cxn modelId="{1C47E553-CF5B-4AEC-9BCE-6A529F9D5B8A}" type="presParOf" srcId="{2B04809B-289D-4FF5-887D-43D9CFB53381}" destId="{58599368-4314-496D-9DE2-26DF6B5C400D}" srcOrd="2" destOrd="0" presId="urn:microsoft.com/office/officeart/2016/7/layout/ChevronBlockProcess"/>
    <dgm:cxn modelId="{5B510C36-2E50-47ED-99B1-4FDAE07AA743}" type="presParOf" srcId="{58599368-4314-496D-9DE2-26DF6B5C400D}" destId="{83543D12-2AE3-48D5-B7B2-7FE3F1ABF088}" srcOrd="0" destOrd="0" presId="urn:microsoft.com/office/officeart/2016/7/layout/ChevronBlockProcess"/>
    <dgm:cxn modelId="{F471942B-A04E-4557-85BB-03848DAF3FE3}" type="presParOf" srcId="{58599368-4314-496D-9DE2-26DF6B5C400D}" destId="{5DF232C3-E5B8-4323-BC79-7BC0449A3808}" srcOrd="1" destOrd="0" presId="urn:microsoft.com/office/officeart/2016/7/layout/ChevronBlockProcess"/>
    <dgm:cxn modelId="{B7746CE2-5027-4BF7-A50D-D15AAB3D366B}" type="presParOf" srcId="{2B04809B-289D-4FF5-887D-43D9CFB53381}" destId="{69656AD2-2D54-4DA9-9E38-8912BB84F6AE}" srcOrd="3" destOrd="0" presId="urn:microsoft.com/office/officeart/2016/7/layout/ChevronBlockProcess"/>
    <dgm:cxn modelId="{D1E99501-5C22-4D86-8C13-4ED77DEAA4B3}" type="presParOf" srcId="{2B04809B-289D-4FF5-887D-43D9CFB53381}" destId="{9359BB1C-AACD-4BD9-ABF5-5C4DE17E197E}" srcOrd="4" destOrd="0" presId="urn:microsoft.com/office/officeart/2016/7/layout/ChevronBlockProcess"/>
    <dgm:cxn modelId="{6DF2FD40-9AA2-41E1-B34E-1268BAEE76D2}" type="presParOf" srcId="{9359BB1C-AACD-4BD9-ABF5-5C4DE17E197E}" destId="{FD826326-E4FF-49BE-B069-E4343DA7C188}" srcOrd="0" destOrd="0" presId="urn:microsoft.com/office/officeart/2016/7/layout/ChevronBlockProcess"/>
    <dgm:cxn modelId="{CC926CEF-43BA-4B64-B9C2-FA74231CE4C5}" type="presParOf" srcId="{9359BB1C-AACD-4BD9-ABF5-5C4DE17E197E}" destId="{E3AFD045-BB5D-4D45-95EF-3A3BA08103E5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24034AE-3A92-4F5C-A007-FD430E7209B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0EA265-123A-45A9-8480-82EE56462F0F}">
      <dgm:prSet/>
      <dgm:spPr/>
      <dgm:t>
        <a:bodyPr/>
        <a:lstStyle/>
        <a:p>
          <a:r>
            <a:rPr lang="en-US" b="1" i="0" baseline="0" noProof="1"/>
            <a:t>Hyperparameter Fine-Tuning</a:t>
          </a:r>
          <a:endParaRPr lang="en-US" noProof="1"/>
        </a:p>
      </dgm:t>
    </dgm:pt>
    <dgm:pt modelId="{AC735055-4C20-4C1F-A88E-A5FCB18B8403}" type="parTrans" cxnId="{A628B4C0-87DE-4DA8-B761-D0184FDBDE19}">
      <dgm:prSet/>
      <dgm:spPr/>
      <dgm:t>
        <a:bodyPr/>
        <a:lstStyle/>
        <a:p>
          <a:endParaRPr lang="en-US"/>
        </a:p>
      </dgm:t>
    </dgm:pt>
    <dgm:pt modelId="{4DF0134D-AF55-4EF7-B36B-0A90B6A4B25E}" type="sibTrans" cxnId="{A628B4C0-87DE-4DA8-B761-D0184FDBDE19}">
      <dgm:prSet/>
      <dgm:spPr/>
      <dgm:t>
        <a:bodyPr/>
        <a:lstStyle/>
        <a:p>
          <a:endParaRPr lang="en-US"/>
        </a:p>
      </dgm:t>
    </dgm:pt>
    <dgm:pt modelId="{028F53CB-05BF-4E4A-9D0F-50A8101DFFFB}">
      <dgm:prSet/>
      <dgm:spPr/>
      <dgm:t>
        <a:bodyPr/>
        <a:lstStyle/>
        <a:p>
          <a:r>
            <a:rPr lang="en-US" b="0" i="0" baseline="0" noProof="1"/>
            <a:t>Implement to find the optimal number of </a:t>
          </a:r>
          <a:r>
            <a:rPr lang="en-US" b="1" i="0" baseline="0" noProof="1"/>
            <a:t>Latent Factors, Learning Rate, and Regularization</a:t>
          </a:r>
          <a:r>
            <a:rPr lang="en-US" b="1" noProof="1"/>
            <a:t>.</a:t>
          </a:r>
        </a:p>
      </dgm:t>
    </dgm:pt>
    <dgm:pt modelId="{B1929AAE-4C56-44A6-AFA9-58F5E471C6B5}" type="parTrans" cxnId="{63CE88B7-CE78-4ACC-B196-9D3D4DC6E1B7}">
      <dgm:prSet/>
      <dgm:spPr/>
      <dgm:t>
        <a:bodyPr/>
        <a:lstStyle/>
        <a:p>
          <a:endParaRPr lang="en-US"/>
        </a:p>
      </dgm:t>
    </dgm:pt>
    <dgm:pt modelId="{F0016241-5380-4CC2-9E55-8462F4715C07}" type="sibTrans" cxnId="{63CE88B7-CE78-4ACC-B196-9D3D4DC6E1B7}">
      <dgm:prSet/>
      <dgm:spPr/>
      <dgm:t>
        <a:bodyPr/>
        <a:lstStyle/>
        <a:p>
          <a:endParaRPr lang="en-US"/>
        </a:p>
      </dgm:t>
    </dgm:pt>
    <dgm:pt modelId="{B5D81675-B030-4849-82A2-5C848BAF18E2}">
      <dgm:prSet/>
      <dgm:spPr/>
      <dgm:t>
        <a:bodyPr/>
        <a:lstStyle/>
        <a:p>
          <a:r>
            <a:rPr lang="en-US" b="1" i="0" baseline="0" noProof="1"/>
            <a:t>Concurrency Architecture Exploration</a:t>
          </a:r>
          <a:endParaRPr lang="en-US" noProof="1"/>
        </a:p>
      </dgm:t>
    </dgm:pt>
    <dgm:pt modelId="{7B545B48-84B4-4B95-97D5-87089FB880FA}" type="parTrans" cxnId="{EE166477-8DBF-4FA3-A9C9-723AA87D081D}">
      <dgm:prSet/>
      <dgm:spPr/>
      <dgm:t>
        <a:bodyPr/>
        <a:lstStyle/>
        <a:p>
          <a:endParaRPr lang="en-US"/>
        </a:p>
      </dgm:t>
    </dgm:pt>
    <dgm:pt modelId="{1F51B353-ADEE-4491-8424-D495FC03ABF9}" type="sibTrans" cxnId="{EE166477-8DBF-4FA3-A9C9-723AA87D081D}">
      <dgm:prSet/>
      <dgm:spPr/>
      <dgm:t>
        <a:bodyPr/>
        <a:lstStyle/>
        <a:p>
          <a:endParaRPr lang="en-US"/>
        </a:p>
      </dgm:t>
    </dgm:pt>
    <dgm:pt modelId="{D17A1867-89EE-4357-A2A5-3AE090C642CD}">
      <dgm:prSet/>
      <dgm:spPr/>
      <dgm:t>
        <a:bodyPr/>
        <a:lstStyle/>
        <a:p>
          <a:r>
            <a:rPr lang="en-US" b="0" i="0" baseline="0" noProof="1"/>
            <a:t>Explore </a:t>
          </a:r>
          <a:r>
            <a:rPr lang="en-US" b="1" i="0" baseline="0" noProof="1"/>
            <a:t>Spawn Blocking</a:t>
          </a:r>
          <a:r>
            <a:rPr lang="en-US" noProof="1"/>
            <a:t>.</a:t>
          </a:r>
        </a:p>
      </dgm:t>
    </dgm:pt>
    <dgm:pt modelId="{0F190C63-B7F9-4D2D-BBB4-842236E310FF}" type="parTrans" cxnId="{9F24C5E8-2DEF-4D82-A883-161F5D110F83}">
      <dgm:prSet/>
      <dgm:spPr/>
      <dgm:t>
        <a:bodyPr/>
        <a:lstStyle/>
        <a:p>
          <a:endParaRPr lang="en-US"/>
        </a:p>
      </dgm:t>
    </dgm:pt>
    <dgm:pt modelId="{247C150E-FD13-4959-B2BE-ED7BD4C638C2}" type="sibTrans" cxnId="{9F24C5E8-2DEF-4D82-A883-161F5D110F83}">
      <dgm:prSet/>
      <dgm:spPr/>
      <dgm:t>
        <a:bodyPr/>
        <a:lstStyle/>
        <a:p>
          <a:endParaRPr lang="en-US"/>
        </a:p>
      </dgm:t>
    </dgm:pt>
    <dgm:pt modelId="{97F44E9E-6165-4D12-9C9F-88FF40E6EF68}" type="pres">
      <dgm:prSet presAssocID="{324034AE-3A92-4F5C-A007-FD430E7209B8}" presName="linear" presStyleCnt="0">
        <dgm:presLayoutVars>
          <dgm:dir/>
          <dgm:animLvl val="lvl"/>
          <dgm:resizeHandles val="exact"/>
        </dgm:presLayoutVars>
      </dgm:prSet>
      <dgm:spPr/>
    </dgm:pt>
    <dgm:pt modelId="{96E9B1E2-B9B8-4615-B4BB-0D34F53A76DE}" type="pres">
      <dgm:prSet presAssocID="{F80EA265-123A-45A9-8480-82EE56462F0F}" presName="parentLin" presStyleCnt="0"/>
      <dgm:spPr/>
    </dgm:pt>
    <dgm:pt modelId="{F455C678-8AF9-474F-9DDF-7470632124A0}" type="pres">
      <dgm:prSet presAssocID="{F80EA265-123A-45A9-8480-82EE56462F0F}" presName="parentLeftMargin" presStyleLbl="node1" presStyleIdx="0" presStyleCnt="2"/>
      <dgm:spPr/>
    </dgm:pt>
    <dgm:pt modelId="{FC33D3BD-A45A-4F71-A571-18A1210F9703}" type="pres">
      <dgm:prSet presAssocID="{F80EA265-123A-45A9-8480-82EE56462F0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BEFADE5-0AB3-4368-8861-40AF24FCF7D9}" type="pres">
      <dgm:prSet presAssocID="{F80EA265-123A-45A9-8480-82EE56462F0F}" presName="negativeSpace" presStyleCnt="0"/>
      <dgm:spPr/>
    </dgm:pt>
    <dgm:pt modelId="{D855CE04-7F75-4826-A3A6-50E0FA50D913}" type="pres">
      <dgm:prSet presAssocID="{F80EA265-123A-45A9-8480-82EE56462F0F}" presName="childText" presStyleLbl="conFgAcc1" presStyleIdx="0" presStyleCnt="2">
        <dgm:presLayoutVars>
          <dgm:bulletEnabled val="1"/>
        </dgm:presLayoutVars>
      </dgm:prSet>
      <dgm:spPr/>
    </dgm:pt>
    <dgm:pt modelId="{AE60853D-FFE1-442C-BF12-081709CDEDB1}" type="pres">
      <dgm:prSet presAssocID="{4DF0134D-AF55-4EF7-B36B-0A90B6A4B25E}" presName="spaceBetweenRectangles" presStyleCnt="0"/>
      <dgm:spPr/>
    </dgm:pt>
    <dgm:pt modelId="{EA7AB3F7-B711-4576-AD71-FA9EE17CCC37}" type="pres">
      <dgm:prSet presAssocID="{B5D81675-B030-4849-82A2-5C848BAF18E2}" presName="parentLin" presStyleCnt="0"/>
      <dgm:spPr/>
    </dgm:pt>
    <dgm:pt modelId="{67303705-1F28-4A45-AAB4-8C758F303B52}" type="pres">
      <dgm:prSet presAssocID="{B5D81675-B030-4849-82A2-5C848BAF18E2}" presName="parentLeftMargin" presStyleLbl="node1" presStyleIdx="0" presStyleCnt="2"/>
      <dgm:spPr/>
    </dgm:pt>
    <dgm:pt modelId="{70B7C380-B1A3-4DAA-BE45-539835BF0C2E}" type="pres">
      <dgm:prSet presAssocID="{B5D81675-B030-4849-82A2-5C848BAF18E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A833E07-357F-4527-A613-30590C3C2A74}" type="pres">
      <dgm:prSet presAssocID="{B5D81675-B030-4849-82A2-5C848BAF18E2}" presName="negativeSpace" presStyleCnt="0"/>
      <dgm:spPr/>
    </dgm:pt>
    <dgm:pt modelId="{A4888945-58CD-40F8-8AFB-940848F69887}" type="pres">
      <dgm:prSet presAssocID="{B5D81675-B030-4849-82A2-5C848BAF18E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EA63857-D2E5-49C4-9612-6F2A83708E6B}" type="presOf" srcId="{B5D81675-B030-4849-82A2-5C848BAF18E2}" destId="{67303705-1F28-4A45-AAB4-8C758F303B52}" srcOrd="0" destOrd="0" presId="urn:microsoft.com/office/officeart/2005/8/layout/list1"/>
    <dgm:cxn modelId="{EE166477-8DBF-4FA3-A9C9-723AA87D081D}" srcId="{324034AE-3A92-4F5C-A007-FD430E7209B8}" destId="{B5D81675-B030-4849-82A2-5C848BAF18E2}" srcOrd="1" destOrd="0" parTransId="{7B545B48-84B4-4B95-97D5-87089FB880FA}" sibTransId="{1F51B353-ADEE-4491-8424-D495FC03ABF9}"/>
    <dgm:cxn modelId="{71ADBD78-9557-478E-82BE-09F789CC6D8F}" type="presOf" srcId="{D17A1867-89EE-4357-A2A5-3AE090C642CD}" destId="{A4888945-58CD-40F8-8AFB-940848F69887}" srcOrd="0" destOrd="0" presId="urn:microsoft.com/office/officeart/2005/8/layout/list1"/>
    <dgm:cxn modelId="{055CD759-1354-46D9-9EAA-3910B4B0EF25}" type="presOf" srcId="{B5D81675-B030-4849-82A2-5C848BAF18E2}" destId="{70B7C380-B1A3-4DAA-BE45-539835BF0C2E}" srcOrd="1" destOrd="0" presId="urn:microsoft.com/office/officeart/2005/8/layout/list1"/>
    <dgm:cxn modelId="{0953199A-8184-4786-BF56-5A525A360E5D}" type="presOf" srcId="{F80EA265-123A-45A9-8480-82EE56462F0F}" destId="{FC33D3BD-A45A-4F71-A571-18A1210F9703}" srcOrd="1" destOrd="0" presId="urn:microsoft.com/office/officeart/2005/8/layout/list1"/>
    <dgm:cxn modelId="{63CE88B7-CE78-4ACC-B196-9D3D4DC6E1B7}" srcId="{F80EA265-123A-45A9-8480-82EE56462F0F}" destId="{028F53CB-05BF-4E4A-9D0F-50A8101DFFFB}" srcOrd="0" destOrd="0" parTransId="{B1929AAE-4C56-44A6-AFA9-58F5E471C6B5}" sibTransId="{F0016241-5380-4CC2-9E55-8462F4715C07}"/>
    <dgm:cxn modelId="{A628B4C0-87DE-4DA8-B761-D0184FDBDE19}" srcId="{324034AE-3A92-4F5C-A007-FD430E7209B8}" destId="{F80EA265-123A-45A9-8480-82EE56462F0F}" srcOrd="0" destOrd="0" parTransId="{AC735055-4C20-4C1F-A88E-A5FCB18B8403}" sibTransId="{4DF0134D-AF55-4EF7-B36B-0A90B6A4B25E}"/>
    <dgm:cxn modelId="{B3D0C5DA-B19F-401C-97B0-51C2D18AAA86}" type="presOf" srcId="{324034AE-3A92-4F5C-A007-FD430E7209B8}" destId="{97F44E9E-6165-4D12-9C9F-88FF40E6EF68}" srcOrd="0" destOrd="0" presId="urn:microsoft.com/office/officeart/2005/8/layout/list1"/>
    <dgm:cxn modelId="{9F24C5E8-2DEF-4D82-A883-161F5D110F83}" srcId="{B5D81675-B030-4849-82A2-5C848BAF18E2}" destId="{D17A1867-89EE-4357-A2A5-3AE090C642CD}" srcOrd="0" destOrd="0" parTransId="{0F190C63-B7F9-4D2D-BBB4-842236E310FF}" sibTransId="{247C150E-FD13-4959-B2BE-ED7BD4C638C2}"/>
    <dgm:cxn modelId="{F6D04CF8-92CC-4FF8-A4E0-F64949E767A0}" type="presOf" srcId="{F80EA265-123A-45A9-8480-82EE56462F0F}" destId="{F455C678-8AF9-474F-9DDF-7470632124A0}" srcOrd="0" destOrd="0" presId="urn:microsoft.com/office/officeart/2005/8/layout/list1"/>
    <dgm:cxn modelId="{932178F9-7A9A-4530-95B0-F9C63FE563AA}" type="presOf" srcId="{028F53CB-05BF-4E4A-9D0F-50A8101DFFFB}" destId="{D855CE04-7F75-4826-A3A6-50E0FA50D913}" srcOrd="0" destOrd="0" presId="urn:microsoft.com/office/officeart/2005/8/layout/list1"/>
    <dgm:cxn modelId="{858CCD6A-7B95-4B6A-A9D9-0462A8867055}" type="presParOf" srcId="{97F44E9E-6165-4D12-9C9F-88FF40E6EF68}" destId="{96E9B1E2-B9B8-4615-B4BB-0D34F53A76DE}" srcOrd="0" destOrd="0" presId="urn:microsoft.com/office/officeart/2005/8/layout/list1"/>
    <dgm:cxn modelId="{A5D60DAC-FCB2-4A56-9B75-16EFF35C3038}" type="presParOf" srcId="{96E9B1E2-B9B8-4615-B4BB-0D34F53A76DE}" destId="{F455C678-8AF9-474F-9DDF-7470632124A0}" srcOrd="0" destOrd="0" presId="urn:microsoft.com/office/officeart/2005/8/layout/list1"/>
    <dgm:cxn modelId="{72902C46-B339-4984-AA61-46D3D021933C}" type="presParOf" srcId="{96E9B1E2-B9B8-4615-B4BB-0D34F53A76DE}" destId="{FC33D3BD-A45A-4F71-A571-18A1210F9703}" srcOrd="1" destOrd="0" presId="urn:microsoft.com/office/officeart/2005/8/layout/list1"/>
    <dgm:cxn modelId="{17D50A21-2B31-481E-AF61-6DC60BB33875}" type="presParOf" srcId="{97F44E9E-6165-4D12-9C9F-88FF40E6EF68}" destId="{1BEFADE5-0AB3-4368-8861-40AF24FCF7D9}" srcOrd="1" destOrd="0" presId="urn:microsoft.com/office/officeart/2005/8/layout/list1"/>
    <dgm:cxn modelId="{8197A1EB-7E8C-4296-ADA0-AE3221AC2317}" type="presParOf" srcId="{97F44E9E-6165-4D12-9C9F-88FF40E6EF68}" destId="{D855CE04-7F75-4826-A3A6-50E0FA50D913}" srcOrd="2" destOrd="0" presId="urn:microsoft.com/office/officeart/2005/8/layout/list1"/>
    <dgm:cxn modelId="{59C460DB-83FA-46F5-A8BC-3F46C290F8AD}" type="presParOf" srcId="{97F44E9E-6165-4D12-9C9F-88FF40E6EF68}" destId="{AE60853D-FFE1-442C-BF12-081709CDEDB1}" srcOrd="3" destOrd="0" presId="urn:microsoft.com/office/officeart/2005/8/layout/list1"/>
    <dgm:cxn modelId="{119438AC-4144-4784-87E8-E1A309862E82}" type="presParOf" srcId="{97F44E9E-6165-4D12-9C9F-88FF40E6EF68}" destId="{EA7AB3F7-B711-4576-AD71-FA9EE17CCC37}" srcOrd="4" destOrd="0" presId="urn:microsoft.com/office/officeart/2005/8/layout/list1"/>
    <dgm:cxn modelId="{C7ED2EB5-C90C-4AB3-B17E-0D14DD1E66C8}" type="presParOf" srcId="{EA7AB3F7-B711-4576-AD71-FA9EE17CCC37}" destId="{67303705-1F28-4A45-AAB4-8C758F303B52}" srcOrd="0" destOrd="0" presId="urn:microsoft.com/office/officeart/2005/8/layout/list1"/>
    <dgm:cxn modelId="{1A678F68-E39F-40DB-802C-A2B635DD9029}" type="presParOf" srcId="{EA7AB3F7-B711-4576-AD71-FA9EE17CCC37}" destId="{70B7C380-B1A3-4DAA-BE45-539835BF0C2E}" srcOrd="1" destOrd="0" presId="urn:microsoft.com/office/officeart/2005/8/layout/list1"/>
    <dgm:cxn modelId="{DE0E8461-DA13-43ED-8E94-5AA09F62D484}" type="presParOf" srcId="{97F44E9E-6165-4D12-9C9F-88FF40E6EF68}" destId="{BA833E07-357F-4527-A613-30590C3C2A74}" srcOrd="5" destOrd="0" presId="urn:microsoft.com/office/officeart/2005/8/layout/list1"/>
    <dgm:cxn modelId="{A65C9DF2-0D40-4B5E-B5BA-62643033E14C}" type="presParOf" srcId="{97F44E9E-6165-4D12-9C9F-88FF40E6EF68}" destId="{A4888945-58CD-40F8-8AFB-940848F6988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45624-4487-4682-B502-D41741A18635}">
      <dsp:nvSpPr>
        <dsp:cNvPr id="0" name=""/>
        <dsp:cNvSpPr/>
      </dsp:nvSpPr>
      <dsp:spPr>
        <a:xfrm>
          <a:off x="0" y="3725"/>
          <a:ext cx="6190459" cy="793543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BD040-E8C2-4EF7-BDAD-08877D58BECD}">
      <dsp:nvSpPr>
        <dsp:cNvPr id="0" name=""/>
        <dsp:cNvSpPr/>
      </dsp:nvSpPr>
      <dsp:spPr>
        <a:xfrm>
          <a:off x="240046" y="182272"/>
          <a:ext cx="436449" cy="4364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12498F-5B3D-449F-9235-0A94F3D9DE63}">
      <dsp:nvSpPr>
        <dsp:cNvPr id="0" name=""/>
        <dsp:cNvSpPr/>
      </dsp:nvSpPr>
      <dsp:spPr>
        <a:xfrm>
          <a:off x="916542" y="3725"/>
          <a:ext cx="5273916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Algorithm:</a:t>
          </a:r>
          <a:r>
            <a:rPr lang="en-US" sz="1500" b="0" i="0" kern="1200" baseline="0" noProof="1"/>
            <a:t> Matrix Factorization (MF) with Bayesian Personalized Ranking (BPR).</a:t>
          </a:r>
          <a:endParaRPr lang="en-US" sz="1500" kern="1200" noProof="1"/>
        </a:p>
      </dsp:txBody>
      <dsp:txXfrm>
        <a:off x="916542" y="3725"/>
        <a:ext cx="5273916" cy="793543"/>
      </dsp:txXfrm>
    </dsp:sp>
    <dsp:sp modelId="{5A2275C0-7BBD-4A54-82F7-96B0590B96E6}">
      <dsp:nvSpPr>
        <dsp:cNvPr id="0" name=""/>
        <dsp:cNvSpPr/>
      </dsp:nvSpPr>
      <dsp:spPr>
        <a:xfrm>
          <a:off x="0" y="995655"/>
          <a:ext cx="6190459" cy="7935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4A0E0-0373-42B6-8D14-89A948FDDB9A}">
      <dsp:nvSpPr>
        <dsp:cNvPr id="0" name=""/>
        <dsp:cNvSpPr/>
      </dsp:nvSpPr>
      <dsp:spPr>
        <a:xfrm>
          <a:off x="240046" y="1174202"/>
          <a:ext cx="436449" cy="4364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2C4A5-409F-4CEC-B16B-DED4A5B09EB0}">
      <dsp:nvSpPr>
        <dsp:cNvPr id="0" name=""/>
        <dsp:cNvSpPr/>
      </dsp:nvSpPr>
      <dsp:spPr>
        <a:xfrm>
          <a:off x="916542" y="995655"/>
          <a:ext cx="5273916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Goal:</a:t>
          </a:r>
          <a:r>
            <a:rPr lang="en-US" sz="1500" b="0" i="0" kern="1200" baseline="0" noProof="1"/>
            <a:t> Optimize latent factors to rank observed items (positives) higher than unobserved ones (negatives).</a:t>
          </a:r>
          <a:endParaRPr lang="en-US" sz="1500" kern="1200" noProof="1"/>
        </a:p>
      </dsp:txBody>
      <dsp:txXfrm>
        <a:off x="916542" y="995655"/>
        <a:ext cx="5273916" cy="793543"/>
      </dsp:txXfrm>
    </dsp:sp>
    <dsp:sp modelId="{9635FC1E-D255-4174-8D84-9E26A5C49E70}">
      <dsp:nvSpPr>
        <dsp:cNvPr id="0" name=""/>
        <dsp:cNvSpPr/>
      </dsp:nvSpPr>
      <dsp:spPr>
        <a:xfrm>
          <a:off x="0" y="1987584"/>
          <a:ext cx="6190459" cy="7935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7E326-E569-4300-BABA-F81861216555}">
      <dsp:nvSpPr>
        <dsp:cNvPr id="0" name=""/>
        <dsp:cNvSpPr/>
      </dsp:nvSpPr>
      <dsp:spPr>
        <a:xfrm>
          <a:off x="240046" y="2166131"/>
          <a:ext cx="436449" cy="4364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65976F-D758-46D9-9CE3-90048FFCAD94}">
      <dsp:nvSpPr>
        <dsp:cNvPr id="0" name=""/>
        <dsp:cNvSpPr/>
      </dsp:nvSpPr>
      <dsp:spPr>
        <a:xfrm>
          <a:off x="916542" y="1987584"/>
          <a:ext cx="5273916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Framework:</a:t>
          </a:r>
          <a:r>
            <a:rPr lang="en-US" sz="1500" b="0" i="0" kern="1200" baseline="0" noProof="1"/>
            <a:t> PyTorch.</a:t>
          </a:r>
          <a:endParaRPr lang="en-US" sz="1500" kern="1200" noProof="1"/>
        </a:p>
      </dsp:txBody>
      <dsp:txXfrm>
        <a:off x="916542" y="1987584"/>
        <a:ext cx="5273916" cy="793543"/>
      </dsp:txXfrm>
    </dsp:sp>
    <dsp:sp modelId="{868827B3-396E-40E9-9505-0965909C3287}">
      <dsp:nvSpPr>
        <dsp:cNvPr id="0" name=""/>
        <dsp:cNvSpPr/>
      </dsp:nvSpPr>
      <dsp:spPr>
        <a:xfrm>
          <a:off x="0" y="2979514"/>
          <a:ext cx="6190459" cy="7935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621BE-B4DE-47B7-9AC7-2FAC03657E3F}">
      <dsp:nvSpPr>
        <dsp:cNvPr id="0" name=""/>
        <dsp:cNvSpPr/>
      </dsp:nvSpPr>
      <dsp:spPr>
        <a:xfrm>
          <a:off x="240046" y="3158061"/>
          <a:ext cx="436449" cy="4364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3534A-A0F5-43E6-B7EF-01684783639E}">
      <dsp:nvSpPr>
        <dsp:cNvPr id="0" name=""/>
        <dsp:cNvSpPr/>
      </dsp:nvSpPr>
      <dsp:spPr>
        <a:xfrm>
          <a:off x="916542" y="2979514"/>
          <a:ext cx="5273916" cy="793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Dataset:</a:t>
          </a:r>
          <a:r>
            <a:rPr lang="en-US" sz="1500" b="0" i="0" kern="1200" baseline="0" noProof="1"/>
            <a:t> MovieLens (tested on Small and 1M versions).</a:t>
          </a:r>
          <a:endParaRPr lang="en-US" sz="1500" kern="1200" noProof="1"/>
        </a:p>
      </dsp:txBody>
      <dsp:txXfrm>
        <a:off x="916542" y="2979514"/>
        <a:ext cx="5273916" cy="793543"/>
      </dsp:txXfrm>
    </dsp:sp>
    <dsp:sp modelId="{826E2057-3E5A-4A04-A5BB-BF6C7213BCA5}">
      <dsp:nvSpPr>
        <dsp:cNvPr id="0" name=""/>
        <dsp:cNvSpPr/>
      </dsp:nvSpPr>
      <dsp:spPr>
        <a:xfrm>
          <a:off x="0" y="3971443"/>
          <a:ext cx="6190459" cy="793543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2E4BF6-C1C1-4566-B72E-9DD8F7FE2A10}">
      <dsp:nvSpPr>
        <dsp:cNvPr id="0" name=""/>
        <dsp:cNvSpPr/>
      </dsp:nvSpPr>
      <dsp:spPr>
        <a:xfrm>
          <a:off x="240046" y="4149991"/>
          <a:ext cx="436449" cy="4364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28D3F-EED3-40F1-95BF-688F1245800D}">
      <dsp:nvSpPr>
        <dsp:cNvPr id="0" name=""/>
        <dsp:cNvSpPr/>
      </dsp:nvSpPr>
      <dsp:spPr>
        <a:xfrm>
          <a:off x="916542" y="3971443"/>
          <a:ext cx="5273916" cy="793543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3" tIns="83983" rIns="83983" bIns="8398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Output:</a:t>
          </a:r>
          <a:r>
            <a:rPr lang="en-US" sz="1500" b="0" i="0" kern="1200" baseline="0" noProof="1"/>
            <a:t> Learned user/item embeddings exported for production.</a:t>
          </a:r>
          <a:endParaRPr lang="en-US" sz="1500" kern="1200" noProof="1"/>
        </a:p>
      </dsp:txBody>
      <dsp:txXfrm>
        <a:off x="916542" y="3971443"/>
        <a:ext cx="5273916" cy="7935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D288FB-E1D8-4B07-9DCC-DCC4218DFCA5}">
      <dsp:nvSpPr>
        <dsp:cNvPr id="0" name=""/>
        <dsp:cNvSpPr/>
      </dsp:nvSpPr>
      <dsp:spPr>
        <a:xfrm>
          <a:off x="0" y="280856"/>
          <a:ext cx="10820398" cy="897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783" tIns="312420" rIns="83978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 noProof="1"/>
            <a:t>Hardware acceleration support.</a:t>
          </a:r>
          <a:endParaRPr lang="en-US" sz="1500" kern="1200" noProof="1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 noProof="1"/>
            <a:t>Language agnostic (train in Python, run in C++, C#, Rust).</a:t>
          </a:r>
          <a:endParaRPr lang="en-US" sz="1500" kern="1200" noProof="1"/>
        </a:p>
      </dsp:txBody>
      <dsp:txXfrm>
        <a:off x="0" y="280856"/>
        <a:ext cx="10820398" cy="897750"/>
      </dsp:txXfrm>
    </dsp:sp>
    <dsp:sp modelId="{D9594602-F21A-41E1-A554-392D926D1AD1}">
      <dsp:nvSpPr>
        <dsp:cNvPr id="0" name=""/>
        <dsp:cNvSpPr/>
      </dsp:nvSpPr>
      <dsp:spPr>
        <a:xfrm>
          <a:off x="541019" y="59456"/>
          <a:ext cx="757427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6290" tIns="0" rIns="28629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ONNX</a:t>
          </a:r>
          <a:endParaRPr lang="en-US" sz="1500" kern="1200" noProof="1"/>
        </a:p>
      </dsp:txBody>
      <dsp:txXfrm>
        <a:off x="562635" y="81072"/>
        <a:ext cx="7531047" cy="399568"/>
      </dsp:txXfrm>
    </dsp:sp>
    <dsp:sp modelId="{E146E8A3-7CE5-485F-B925-51164FF6E7BE}">
      <dsp:nvSpPr>
        <dsp:cNvPr id="0" name=""/>
        <dsp:cNvSpPr/>
      </dsp:nvSpPr>
      <dsp:spPr>
        <a:xfrm>
          <a:off x="0" y="1481006"/>
          <a:ext cx="10820398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783" tIns="312420" rIns="83978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 noProof="1"/>
            <a:t>Tracing the PyTorch model execution.</a:t>
          </a:r>
          <a:endParaRPr lang="en-US" sz="1500" kern="1200" noProof="1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 noProof="1"/>
            <a:t>Defining dynamic axes (to support batch processing).</a:t>
          </a:r>
          <a:endParaRPr lang="en-US" sz="1500" kern="1200" noProof="1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 noProof="1"/>
            <a:t>Exporting the computational graph to a .onnx binary.</a:t>
          </a:r>
          <a:endParaRPr lang="en-US" sz="1500" kern="1200" noProof="1"/>
        </a:p>
      </dsp:txBody>
      <dsp:txXfrm>
        <a:off x="0" y="1481006"/>
        <a:ext cx="10820398" cy="1134000"/>
      </dsp:txXfrm>
    </dsp:sp>
    <dsp:sp modelId="{6F0C553C-E92E-41BC-8EBF-EB8FD4087B56}">
      <dsp:nvSpPr>
        <dsp:cNvPr id="0" name=""/>
        <dsp:cNvSpPr/>
      </dsp:nvSpPr>
      <dsp:spPr>
        <a:xfrm>
          <a:off x="541019" y="1259606"/>
          <a:ext cx="757427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6290" tIns="0" rIns="28629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The Process</a:t>
          </a:r>
          <a:endParaRPr lang="en-US" sz="1500" kern="1200" noProof="1"/>
        </a:p>
      </dsp:txBody>
      <dsp:txXfrm>
        <a:off x="562635" y="1281222"/>
        <a:ext cx="7531047" cy="399568"/>
      </dsp:txXfrm>
    </dsp:sp>
    <dsp:sp modelId="{EC8EDAC2-286D-40CA-8B36-6F4101F590D4}">
      <dsp:nvSpPr>
        <dsp:cNvPr id="0" name=""/>
        <dsp:cNvSpPr/>
      </dsp:nvSpPr>
      <dsp:spPr>
        <a:xfrm>
          <a:off x="0" y="2917406"/>
          <a:ext cx="10820398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783" tIns="312420" rIns="83978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 noProof="1"/>
            <a:t>A portable artifact containing weights and architecture, decoupled from the Python interpreter.</a:t>
          </a:r>
          <a:endParaRPr lang="en-US" sz="1500" kern="1200" noProof="1"/>
        </a:p>
      </dsp:txBody>
      <dsp:txXfrm>
        <a:off x="0" y="2917406"/>
        <a:ext cx="10820398" cy="637875"/>
      </dsp:txXfrm>
    </dsp:sp>
    <dsp:sp modelId="{E83234FA-56FB-4765-9462-CEB61CE5245C}">
      <dsp:nvSpPr>
        <dsp:cNvPr id="0" name=""/>
        <dsp:cNvSpPr/>
      </dsp:nvSpPr>
      <dsp:spPr>
        <a:xfrm>
          <a:off x="541019" y="2696006"/>
          <a:ext cx="757427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86290" tIns="0" rIns="28629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Result</a:t>
          </a:r>
          <a:r>
            <a:rPr lang="en-US" sz="1500" b="0" i="0" kern="1200" baseline="0" noProof="1"/>
            <a:t> </a:t>
          </a:r>
          <a:endParaRPr lang="en-US" sz="1500" kern="1200" noProof="1"/>
        </a:p>
      </dsp:txBody>
      <dsp:txXfrm>
        <a:off x="562635" y="2717622"/>
        <a:ext cx="7531047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FE5B8-64E9-4814-8FD2-9EF161DB7A65}">
      <dsp:nvSpPr>
        <dsp:cNvPr id="0" name=""/>
        <dsp:cNvSpPr/>
      </dsp:nvSpPr>
      <dsp:spPr>
        <a:xfrm>
          <a:off x="811529" y="0"/>
          <a:ext cx="9197339" cy="36147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34D75-90F0-4ADF-B7BC-2BF93FD83FD9}">
      <dsp:nvSpPr>
        <dsp:cNvPr id="0" name=""/>
        <dsp:cNvSpPr/>
      </dsp:nvSpPr>
      <dsp:spPr>
        <a:xfrm>
          <a:off x="4755" y="1084421"/>
          <a:ext cx="2079017" cy="14458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noProof="1"/>
            <a:t>The "Index Alignment" Risk:</a:t>
          </a:r>
          <a:r>
            <a:rPr lang="en-US" sz="1200" b="0" i="0" kern="1200" baseline="0" noProof="1"/>
            <a:t> Python and Rust must map User ID 100 to the exact same internal matrix index.</a:t>
          </a:r>
          <a:endParaRPr lang="en-US" sz="1200" kern="1200" noProof="1"/>
        </a:p>
      </dsp:txBody>
      <dsp:txXfrm>
        <a:off x="75338" y="1155004"/>
        <a:ext cx="1937851" cy="1304729"/>
      </dsp:txXfrm>
    </dsp:sp>
    <dsp:sp modelId="{436C1C37-6924-402B-86A1-9CCEF23BDF82}">
      <dsp:nvSpPr>
        <dsp:cNvPr id="0" name=""/>
        <dsp:cNvSpPr/>
      </dsp:nvSpPr>
      <dsp:spPr>
        <a:xfrm>
          <a:off x="2187723" y="1084421"/>
          <a:ext cx="2079017" cy="1445895"/>
        </a:xfrm>
        <a:prstGeom prst="roundRect">
          <a:avLst/>
        </a:prstGeom>
        <a:solidFill>
          <a:schemeClr val="accent2">
            <a:hueOff val="-2188608"/>
            <a:satOff val="-1975"/>
            <a:lumOff val="-44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noProof="1"/>
            <a:t>Verification Strategy: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1"/>
            <a:t>Using test in Rust.</a:t>
          </a:r>
        </a:p>
      </dsp:txBody>
      <dsp:txXfrm>
        <a:off x="2258306" y="1155004"/>
        <a:ext cx="1937851" cy="1304729"/>
      </dsp:txXfrm>
    </dsp:sp>
    <dsp:sp modelId="{6931E266-8DD8-47DE-92DE-2538609CFD15}">
      <dsp:nvSpPr>
        <dsp:cNvPr id="0" name=""/>
        <dsp:cNvSpPr/>
      </dsp:nvSpPr>
      <dsp:spPr>
        <a:xfrm>
          <a:off x="4370690" y="1084421"/>
          <a:ext cx="2079017" cy="1445895"/>
        </a:xfrm>
        <a:prstGeom prst="roundRect">
          <a:avLst/>
        </a:prstGeom>
        <a:solidFill>
          <a:schemeClr val="accent2">
            <a:hueOff val="-4377215"/>
            <a:satOff val="-3950"/>
            <a:lumOff val="-881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noProof="1"/>
            <a:t>Dual Implementation:</a:t>
          </a:r>
          <a:r>
            <a:rPr lang="en-US" sz="1200" b="0" i="0" kern="1200" baseline="0" noProof="1"/>
            <a:t> Replicated the CSV parsing logic in Rust.</a:t>
          </a:r>
          <a:endParaRPr lang="en-US" sz="1200" kern="1200" noProof="1"/>
        </a:p>
      </dsp:txBody>
      <dsp:txXfrm>
        <a:off x="4441273" y="1155004"/>
        <a:ext cx="1937851" cy="1304729"/>
      </dsp:txXfrm>
    </dsp:sp>
    <dsp:sp modelId="{C22224F9-F05D-4F5B-8248-D68F897684FC}">
      <dsp:nvSpPr>
        <dsp:cNvPr id="0" name=""/>
        <dsp:cNvSpPr/>
      </dsp:nvSpPr>
      <dsp:spPr>
        <a:xfrm>
          <a:off x="6553658" y="1084421"/>
          <a:ext cx="2079017" cy="1445895"/>
        </a:xfrm>
        <a:prstGeom prst="roundRect">
          <a:avLst/>
        </a:prstGeom>
        <a:solidFill>
          <a:schemeClr val="accent2">
            <a:hueOff val="-6565823"/>
            <a:satOff val="-5925"/>
            <a:lumOff val="-1321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noProof="1"/>
            <a:t>Automated Tests:</a:t>
          </a:r>
          <a:endParaRPr lang="en-US" sz="1200" kern="1200" noProof="1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baseline="0" noProof="1"/>
            <a:t>Dataset Dimensions:</a:t>
          </a:r>
          <a:r>
            <a:rPr lang="en-US" sz="900" b="0" i="0" kern="1200" baseline="0" noProof="1"/>
            <a:t> Asserting user/item counts match.</a:t>
          </a:r>
          <a:endParaRPr lang="en-US" sz="900" kern="1200" noProof="1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baseline="0" noProof="1"/>
            <a:t>ID Mapping:</a:t>
          </a:r>
          <a:r>
            <a:rPr lang="en-US" sz="900" b="0" i="0" kern="1200" baseline="0" noProof="1"/>
            <a:t> Checking specific random IDs in both systems.</a:t>
          </a:r>
          <a:endParaRPr lang="en-US" sz="900" kern="1200" noProof="1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 baseline="0" noProof="1"/>
            <a:t>History Check:</a:t>
          </a:r>
          <a:r>
            <a:rPr lang="en-US" sz="900" b="0" i="0" kern="1200" baseline="0" noProof="1"/>
            <a:t> Verifying user history length matches exactly.</a:t>
          </a:r>
          <a:endParaRPr lang="en-US" sz="900" kern="1200" noProof="1"/>
        </a:p>
      </dsp:txBody>
      <dsp:txXfrm>
        <a:off x="6624241" y="1155004"/>
        <a:ext cx="1937851" cy="1304729"/>
      </dsp:txXfrm>
    </dsp:sp>
    <dsp:sp modelId="{3BF035A1-6B52-4026-A21D-FB38D9795D43}">
      <dsp:nvSpPr>
        <dsp:cNvPr id="0" name=""/>
        <dsp:cNvSpPr/>
      </dsp:nvSpPr>
      <dsp:spPr>
        <a:xfrm>
          <a:off x="8736626" y="1084421"/>
          <a:ext cx="2079017" cy="1445895"/>
        </a:xfrm>
        <a:prstGeom prst="roundRect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noProof="1"/>
            <a:t>Outcome:</a:t>
          </a:r>
          <a:r>
            <a:rPr lang="en-US" sz="1200" b="0" i="0" kern="1200" baseline="0" noProof="1"/>
            <a:t> 100% alignment between Python training data and Rust serving data.</a:t>
          </a:r>
          <a:endParaRPr lang="en-US" sz="1200" kern="1200" noProof="1"/>
        </a:p>
      </dsp:txBody>
      <dsp:txXfrm>
        <a:off x="8807209" y="1155004"/>
        <a:ext cx="1937851" cy="13047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BBBB1-27CD-4678-BF6E-A12F4FDEF0DA}">
      <dsp:nvSpPr>
        <dsp:cNvPr id="0" name=""/>
        <dsp:cNvSpPr/>
      </dsp:nvSpPr>
      <dsp:spPr>
        <a:xfrm rot="5400000">
          <a:off x="6652573" y="-2580861"/>
          <a:ext cx="1410595" cy="6925055"/>
        </a:xfrm>
        <a:prstGeom prst="round2SameRect">
          <a:avLst/>
        </a:prstGeom>
        <a:solidFill>
          <a:schemeClr val="bg2">
            <a:lumMod val="40000"/>
            <a:lumOff val="60000"/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baseline="0" noProof="1"/>
            <a:t>Axum:</a:t>
          </a:r>
          <a:r>
            <a:rPr lang="en-US" sz="1900" b="0" i="0" kern="1200" baseline="0" noProof="1"/>
            <a:t> Asynchronous web framework.</a:t>
          </a:r>
          <a:endParaRPr lang="en-US" sz="1900" kern="1200" noProof="1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baseline="0" noProof="1"/>
            <a:t>Tokio:</a:t>
          </a:r>
          <a:r>
            <a:rPr lang="en-US" sz="1900" b="0" i="0" kern="1200" baseline="0" noProof="1"/>
            <a:t> Async runtime for concurrency.</a:t>
          </a:r>
          <a:endParaRPr lang="en-US" sz="1900" kern="1200" noProof="1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baseline="0" noProof="1"/>
            <a:t>ORT (ONNX Runtime):</a:t>
          </a:r>
          <a:r>
            <a:rPr lang="en-US" sz="1900" b="0" i="0" kern="1200" baseline="0" noProof="1"/>
            <a:t> Rust bindings for executing the model.</a:t>
          </a:r>
          <a:endParaRPr lang="en-US" sz="1900" kern="1200" noProof="1"/>
        </a:p>
      </dsp:txBody>
      <dsp:txXfrm rot="-5400000">
        <a:off x="3895343" y="245229"/>
        <a:ext cx="6856195" cy="1272875"/>
      </dsp:txXfrm>
    </dsp:sp>
    <dsp:sp modelId="{A8C3C5D9-4B06-4D7B-A4BC-3ACF585A88C8}">
      <dsp:nvSpPr>
        <dsp:cNvPr id="0" name=""/>
        <dsp:cNvSpPr/>
      </dsp:nvSpPr>
      <dsp:spPr>
        <a:xfrm>
          <a:off x="0" y="44"/>
          <a:ext cx="3895343" cy="1763243"/>
        </a:xfrm>
        <a:prstGeom prst="roundRect">
          <a:avLst/>
        </a:prstGeom>
        <a:solidFill>
          <a:schemeClr val="accent1"/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i="0" kern="1200" baseline="0" noProof="1"/>
            <a:t>Crates used</a:t>
          </a:r>
          <a:endParaRPr lang="en-US" sz="4000" kern="1200" noProof="1"/>
        </a:p>
      </dsp:txBody>
      <dsp:txXfrm>
        <a:off x="86074" y="86118"/>
        <a:ext cx="3723195" cy="1591095"/>
      </dsp:txXfrm>
    </dsp:sp>
    <dsp:sp modelId="{E18EE86F-AF27-4F4E-8E0A-A0E9F6FF3C3F}">
      <dsp:nvSpPr>
        <dsp:cNvPr id="0" name=""/>
        <dsp:cNvSpPr/>
      </dsp:nvSpPr>
      <dsp:spPr>
        <a:xfrm rot="5400000">
          <a:off x="6652573" y="-729455"/>
          <a:ext cx="1410595" cy="6925055"/>
        </a:xfrm>
        <a:prstGeom prst="round2SameRect">
          <a:avLst/>
        </a:prstGeom>
        <a:solidFill>
          <a:schemeClr val="bg2">
            <a:lumMod val="40000"/>
            <a:lumOff val="60000"/>
            <a:alpha val="9000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baseline="0" noProof="1"/>
            <a:t>Zero-Copy:</a:t>
          </a:r>
          <a:r>
            <a:rPr lang="en-US" sz="1900" b="0" i="0" kern="1200" baseline="0" noProof="1"/>
            <a:t> Efficient memory management.</a:t>
          </a:r>
          <a:endParaRPr lang="en-US" sz="1900" kern="1200" noProof="1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baseline="0" noProof="1"/>
            <a:t>Type Safety:</a:t>
          </a:r>
          <a:r>
            <a:rPr lang="en-US" sz="1900" b="0" i="0" kern="1200" baseline="0" noProof="1"/>
            <a:t> Compilation-time guarantees against common bugs.</a:t>
          </a:r>
          <a:endParaRPr lang="en-US" sz="1900" kern="1200" noProof="1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baseline="0" noProof="1"/>
            <a:t>Low Latency:</a:t>
          </a:r>
          <a:r>
            <a:rPr lang="en-US" sz="1900" b="0" i="0" kern="1200" baseline="0" noProof="1"/>
            <a:t> Inference times &lt; 1ms per request.</a:t>
          </a:r>
          <a:endParaRPr lang="en-US" sz="1900" kern="1200" noProof="1"/>
        </a:p>
      </dsp:txBody>
      <dsp:txXfrm rot="-5400000">
        <a:off x="3895343" y="2096635"/>
        <a:ext cx="6856195" cy="1272875"/>
      </dsp:txXfrm>
    </dsp:sp>
    <dsp:sp modelId="{FB36E48A-231D-4003-B9DC-D17AC5868BDB}">
      <dsp:nvSpPr>
        <dsp:cNvPr id="0" name=""/>
        <dsp:cNvSpPr/>
      </dsp:nvSpPr>
      <dsp:spPr>
        <a:xfrm>
          <a:off x="0" y="1851450"/>
          <a:ext cx="3895343" cy="1763243"/>
        </a:xfrm>
        <a:prstGeom prst="roundRect">
          <a:avLst/>
        </a:prstGeom>
        <a:solidFill>
          <a:schemeClr val="accent1"/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i="0" kern="1200" baseline="0" noProof="1"/>
            <a:t>Performance features</a:t>
          </a:r>
          <a:endParaRPr lang="en-US" sz="4000" kern="1200" noProof="1"/>
        </a:p>
      </dsp:txBody>
      <dsp:txXfrm>
        <a:off x="86074" y="1937524"/>
        <a:ext cx="3723195" cy="15910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A215E-5CCD-40E7-868F-3C65D3705FC3}">
      <dsp:nvSpPr>
        <dsp:cNvPr id="0" name=""/>
        <dsp:cNvSpPr/>
      </dsp:nvSpPr>
      <dsp:spPr>
        <a:xfrm>
          <a:off x="6440" y="63123"/>
          <a:ext cx="3320531" cy="9961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396" tIns="262396" rIns="262396" bIns="2623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 noProof="1"/>
            <a:t>Methodology</a:t>
          </a:r>
          <a:endParaRPr lang="en-US" sz="3300" kern="1200" noProof="1"/>
        </a:p>
      </dsp:txBody>
      <dsp:txXfrm>
        <a:off x="6440" y="63123"/>
        <a:ext cx="3320531" cy="996159"/>
      </dsp:txXfrm>
    </dsp:sp>
    <dsp:sp modelId="{29F23885-C617-480A-99EE-C4BBEC49B3D3}">
      <dsp:nvSpPr>
        <dsp:cNvPr id="0" name=""/>
        <dsp:cNvSpPr/>
      </dsp:nvSpPr>
      <dsp:spPr>
        <a:xfrm>
          <a:off x="6440" y="1059283"/>
          <a:ext cx="3320531" cy="18029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995" tIns="327995" rIns="327995" bIns="327995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 noProof="1"/>
            <a:t>Custom Async Rust Client spawning 50+ concurrent requests (using the model trained on latest-small dataset).</a:t>
          </a:r>
          <a:endParaRPr lang="en-US" sz="1200" kern="1200" noProof="1"/>
        </a:p>
      </dsp:txBody>
      <dsp:txXfrm>
        <a:off x="6440" y="1059283"/>
        <a:ext cx="3320531" cy="1802962"/>
      </dsp:txXfrm>
    </dsp:sp>
    <dsp:sp modelId="{DFAF2D54-FA5F-4DA8-9759-5ADEF4FE57AE}">
      <dsp:nvSpPr>
        <dsp:cNvPr id="0" name=""/>
        <dsp:cNvSpPr/>
      </dsp:nvSpPr>
      <dsp:spPr>
        <a:xfrm>
          <a:off x="3434866" y="63123"/>
          <a:ext cx="3320531" cy="9961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396" tIns="262396" rIns="262396" bIns="2623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 noProof="1"/>
            <a:t>Metrics</a:t>
          </a:r>
          <a:endParaRPr lang="en-US" sz="3300" kern="1200" noProof="1"/>
        </a:p>
      </dsp:txBody>
      <dsp:txXfrm>
        <a:off x="3434866" y="63123"/>
        <a:ext cx="3320531" cy="996159"/>
      </dsp:txXfrm>
    </dsp:sp>
    <dsp:sp modelId="{5583E100-8256-4047-9D78-55004997C3ED}">
      <dsp:nvSpPr>
        <dsp:cNvPr id="0" name=""/>
        <dsp:cNvSpPr/>
      </dsp:nvSpPr>
      <dsp:spPr>
        <a:xfrm>
          <a:off x="3434866" y="1059283"/>
          <a:ext cx="3320531" cy="18029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995" tIns="327995" rIns="327995" bIns="327995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noProof="1"/>
            <a:t>Server Processing Time:</a:t>
          </a:r>
          <a:r>
            <a:rPr lang="en-US" sz="1200" b="0" i="0" kern="1200" baseline="0" noProof="1"/>
            <a:t> ~0.6ms (Pure inference logic).</a:t>
          </a:r>
          <a:endParaRPr lang="en-US" sz="1200" kern="1200" noProof="1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noProof="1"/>
            <a:t>End-to-End Latency:</a:t>
          </a:r>
          <a:r>
            <a:rPr lang="en-US" sz="1200" b="0" i="0" kern="1200" baseline="0" noProof="1"/>
            <a:t> Stable under load.</a:t>
          </a:r>
          <a:endParaRPr lang="en-US" sz="1200" kern="1200" noProof="1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 noProof="1"/>
            <a:t>Scalability:</a:t>
          </a:r>
          <a:r>
            <a:rPr lang="en-US" sz="1200" b="0" i="0" kern="1200" baseline="0" noProof="1"/>
            <a:t> Linear handling of requests thanks to the Tokio runtime.</a:t>
          </a:r>
          <a:endParaRPr lang="en-US" sz="1200" kern="1200" noProof="1"/>
        </a:p>
      </dsp:txBody>
      <dsp:txXfrm>
        <a:off x="3434866" y="1059283"/>
        <a:ext cx="3320531" cy="1802962"/>
      </dsp:txXfrm>
    </dsp:sp>
    <dsp:sp modelId="{59B4FB2D-A366-4805-AAE1-4E5933180210}">
      <dsp:nvSpPr>
        <dsp:cNvPr id="0" name=""/>
        <dsp:cNvSpPr/>
      </dsp:nvSpPr>
      <dsp:spPr>
        <a:xfrm>
          <a:off x="6863293" y="63123"/>
          <a:ext cx="3320531" cy="9961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396" tIns="262396" rIns="262396" bIns="2623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 noProof="1"/>
            <a:t>Conclusion</a:t>
          </a:r>
          <a:r>
            <a:rPr lang="en-US" sz="3300" b="0" i="0" kern="1200" baseline="0" noProof="1"/>
            <a:t> </a:t>
          </a:r>
          <a:endParaRPr lang="en-US" sz="3300" kern="1200" noProof="1"/>
        </a:p>
      </dsp:txBody>
      <dsp:txXfrm>
        <a:off x="6863293" y="63123"/>
        <a:ext cx="3320531" cy="996159"/>
      </dsp:txXfrm>
    </dsp:sp>
    <dsp:sp modelId="{F5212E0C-8B70-4ECF-81BE-16864034CF7B}">
      <dsp:nvSpPr>
        <dsp:cNvPr id="0" name=""/>
        <dsp:cNvSpPr/>
      </dsp:nvSpPr>
      <dsp:spPr>
        <a:xfrm>
          <a:off x="6863293" y="1059283"/>
          <a:ext cx="3320531" cy="18029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7995" tIns="327995" rIns="327995" bIns="327995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 noProof="1"/>
            <a:t>The Rust architecture successfully handles high-throughput scenarios with minimal resource footprint.</a:t>
          </a:r>
          <a:endParaRPr lang="en-US" sz="1200" kern="1200" noProof="1"/>
        </a:p>
      </dsp:txBody>
      <dsp:txXfrm>
        <a:off x="6863293" y="1059283"/>
        <a:ext cx="3320531" cy="18029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0E7BF-F21D-490E-BA27-753ACE1BE2B0}">
      <dsp:nvSpPr>
        <dsp:cNvPr id="0" name=""/>
        <dsp:cNvSpPr/>
      </dsp:nvSpPr>
      <dsp:spPr>
        <a:xfrm>
          <a:off x="0" y="582"/>
          <a:ext cx="6190459" cy="1362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C556D-9860-478A-A450-3909B545510B}">
      <dsp:nvSpPr>
        <dsp:cNvPr id="0" name=""/>
        <dsp:cNvSpPr/>
      </dsp:nvSpPr>
      <dsp:spPr>
        <a:xfrm>
          <a:off x="412052" y="307067"/>
          <a:ext cx="749186" cy="7491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55272-0454-42AC-83D7-34BE851CD342}">
      <dsp:nvSpPr>
        <dsp:cNvPr id="0" name=""/>
        <dsp:cNvSpPr/>
      </dsp:nvSpPr>
      <dsp:spPr>
        <a:xfrm>
          <a:off x="1573291" y="582"/>
          <a:ext cx="4617167" cy="136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2" tIns="144162" rIns="144162" bIns="1441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1"/>
            <a:t>Total throughput: 50 requests in 0.33s</a:t>
          </a:r>
        </a:p>
      </dsp:txBody>
      <dsp:txXfrm>
        <a:off x="1573291" y="582"/>
        <a:ext cx="4617167" cy="1362156"/>
      </dsp:txXfrm>
    </dsp:sp>
    <dsp:sp modelId="{768E5A17-A2D8-43CF-B938-9F3237C827D1}">
      <dsp:nvSpPr>
        <dsp:cNvPr id="0" name=""/>
        <dsp:cNvSpPr/>
      </dsp:nvSpPr>
      <dsp:spPr>
        <a:xfrm>
          <a:off x="0" y="1703278"/>
          <a:ext cx="6190459" cy="1362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421729-5413-410A-8FDF-026C8887AB6D}">
      <dsp:nvSpPr>
        <dsp:cNvPr id="0" name=""/>
        <dsp:cNvSpPr/>
      </dsp:nvSpPr>
      <dsp:spPr>
        <a:xfrm>
          <a:off x="412052" y="2009763"/>
          <a:ext cx="749186" cy="7491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25A0D-11B4-4FBF-830F-B18F450D9383}">
      <dsp:nvSpPr>
        <dsp:cNvPr id="0" name=""/>
        <dsp:cNvSpPr/>
      </dsp:nvSpPr>
      <dsp:spPr>
        <a:xfrm>
          <a:off x="1573291" y="1703278"/>
          <a:ext cx="4617167" cy="136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2" tIns="144162" rIns="144162" bIns="1441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1"/>
            <a:t>Average server processing: 0.65 ms</a:t>
          </a:r>
        </a:p>
      </dsp:txBody>
      <dsp:txXfrm>
        <a:off x="1573291" y="1703278"/>
        <a:ext cx="4617167" cy="1362156"/>
      </dsp:txXfrm>
    </dsp:sp>
    <dsp:sp modelId="{A515CA60-8DB7-43B1-B9A3-8D8B00700EFE}">
      <dsp:nvSpPr>
        <dsp:cNvPr id="0" name=""/>
        <dsp:cNvSpPr/>
      </dsp:nvSpPr>
      <dsp:spPr>
        <a:xfrm>
          <a:off x="0" y="3405974"/>
          <a:ext cx="6190459" cy="1362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A8277C-11BB-4B16-8787-D5772E373B9E}">
      <dsp:nvSpPr>
        <dsp:cNvPr id="0" name=""/>
        <dsp:cNvSpPr/>
      </dsp:nvSpPr>
      <dsp:spPr>
        <a:xfrm>
          <a:off x="412052" y="3712459"/>
          <a:ext cx="749186" cy="7491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17F2E-9F35-4A1C-9CDF-77591F6FBF09}">
      <dsp:nvSpPr>
        <dsp:cNvPr id="0" name=""/>
        <dsp:cNvSpPr/>
      </dsp:nvSpPr>
      <dsp:spPr>
        <a:xfrm>
          <a:off x="1573291" y="3405974"/>
          <a:ext cx="4617167" cy="136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2" tIns="144162" rIns="144162" bIns="1441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1"/>
            <a:t>Despite the initial network overhead (cold TCP connections), the Rust inference engine handles the load in perfect parallelism, keeping computation times under a millisecond.</a:t>
          </a:r>
        </a:p>
      </dsp:txBody>
      <dsp:txXfrm>
        <a:off x="1573291" y="3405974"/>
        <a:ext cx="4617167" cy="13621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0B3B0-5489-468B-BBF0-BCED2159F012}">
      <dsp:nvSpPr>
        <dsp:cNvPr id="0" name=""/>
        <dsp:cNvSpPr/>
      </dsp:nvSpPr>
      <dsp:spPr>
        <a:xfrm>
          <a:off x="2726" y="1142087"/>
          <a:ext cx="2538808" cy="761642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042" tIns="94042" rIns="94042" bIns="9404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noProof="1"/>
            <a:t>Baseline Validation</a:t>
          </a:r>
          <a:endParaRPr lang="en-US" sz="2000" kern="1200" noProof="1"/>
        </a:p>
      </dsp:txBody>
      <dsp:txXfrm>
        <a:off x="231219" y="1142087"/>
        <a:ext cx="2081822" cy="761642"/>
      </dsp:txXfrm>
    </dsp:sp>
    <dsp:sp modelId="{102F2168-72A8-4691-A125-BE62FDF50497}">
      <dsp:nvSpPr>
        <dsp:cNvPr id="0" name=""/>
        <dsp:cNvSpPr/>
      </dsp:nvSpPr>
      <dsp:spPr>
        <a:xfrm>
          <a:off x="2726" y="1903730"/>
          <a:ext cx="2310315" cy="2883032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566" tIns="182566" rIns="182566" bIns="365133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noProof="1"/>
            <a:t>Initial tests confirmed stability at </a:t>
          </a:r>
          <a:r>
            <a:rPr lang="en-US" sz="1500" b="1" i="0" kern="1200" baseline="0" noProof="1"/>
            <a:t>50 concurrent requests.</a:t>
          </a:r>
          <a:endParaRPr lang="en-US" sz="1500" kern="1200" noProof="1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noProof="1"/>
            <a:t>Now the system will be evaluated on growing number of requests per second.</a:t>
          </a:r>
          <a:endParaRPr lang="en-US" sz="1500" kern="1200" noProof="1"/>
        </a:p>
      </dsp:txBody>
      <dsp:txXfrm>
        <a:off x="2726" y="1903730"/>
        <a:ext cx="2310315" cy="2883032"/>
      </dsp:txXfrm>
    </dsp:sp>
    <dsp:sp modelId="{83543D12-2AE3-48D5-B7B2-7FE3F1ABF088}">
      <dsp:nvSpPr>
        <dsp:cNvPr id="0" name=""/>
        <dsp:cNvSpPr/>
      </dsp:nvSpPr>
      <dsp:spPr>
        <a:xfrm>
          <a:off x="2503802" y="1142087"/>
          <a:ext cx="2538808" cy="761642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042" tIns="94042" rIns="94042" bIns="9404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noProof="1"/>
            <a:t>Ramp-Up Approach</a:t>
          </a:r>
          <a:endParaRPr lang="en-US" sz="2000" kern="1200" noProof="1"/>
        </a:p>
      </dsp:txBody>
      <dsp:txXfrm>
        <a:off x="2732295" y="1142087"/>
        <a:ext cx="2081822" cy="761642"/>
      </dsp:txXfrm>
    </dsp:sp>
    <dsp:sp modelId="{5DF232C3-E5B8-4323-BC79-7BC0449A3808}">
      <dsp:nvSpPr>
        <dsp:cNvPr id="0" name=""/>
        <dsp:cNvSpPr/>
      </dsp:nvSpPr>
      <dsp:spPr>
        <a:xfrm>
          <a:off x="2503802" y="1903730"/>
          <a:ext cx="2310315" cy="2883032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566" tIns="182566" rIns="182566" bIns="365133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Goal:</a:t>
          </a:r>
          <a:r>
            <a:rPr lang="en-US" sz="1500" b="0" i="0" kern="1200" baseline="0" noProof="1"/>
            <a:t> Identify the system's Maximum Throughput.</a:t>
          </a:r>
          <a:endParaRPr lang="en-US" sz="1500" kern="1200" noProof="1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noProof="1"/>
            <a:t>Method:</a:t>
          </a:r>
          <a:r>
            <a:rPr lang="en-US" sz="1500" b="0" i="0" kern="1200" baseline="0" noProof="1"/>
            <a:t> Incrementally increasing </a:t>
          </a:r>
          <a:r>
            <a:rPr lang="en-US" sz="1500" b="1" i="0" kern="1200" baseline="0" noProof="1"/>
            <a:t>Target RPS</a:t>
          </a:r>
          <a:r>
            <a:rPr lang="en-US" sz="1500" b="0" i="0" kern="1200" baseline="0" noProof="1"/>
            <a:t> (Requests Per Second) steps.</a:t>
          </a:r>
          <a:endParaRPr lang="en-US" sz="1500" kern="1200" noProof="1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noProof="1"/>
            <a:t>From 100 RPS to 15,000 RPS.</a:t>
          </a:r>
          <a:endParaRPr lang="en-US" sz="1500" kern="1200" noProof="1"/>
        </a:p>
      </dsp:txBody>
      <dsp:txXfrm>
        <a:off x="2503802" y="1903730"/>
        <a:ext cx="2310315" cy="2883032"/>
      </dsp:txXfrm>
    </dsp:sp>
    <dsp:sp modelId="{FD826326-E4FF-49BE-B069-E4343DA7C188}">
      <dsp:nvSpPr>
        <dsp:cNvPr id="0" name=""/>
        <dsp:cNvSpPr/>
      </dsp:nvSpPr>
      <dsp:spPr>
        <a:xfrm>
          <a:off x="5004879" y="1142087"/>
          <a:ext cx="2538808" cy="761642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042" tIns="94042" rIns="94042" bIns="9404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noProof="1"/>
            <a:t>Failure Criteria (SLA Breach)</a:t>
          </a:r>
          <a:endParaRPr lang="en-US" sz="2000" kern="1200" noProof="1"/>
        </a:p>
      </dsp:txBody>
      <dsp:txXfrm>
        <a:off x="5233372" y="1142087"/>
        <a:ext cx="2081822" cy="761642"/>
      </dsp:txXfrm>
    </dsp:sp>
    <dsp:sp modelId="{E3AFD045-BB5D-4D45-95EF-3A3BA08103E5}">
      <dsp:nvSpPr>
        <dsp:cNvPr id="0" name=""/>
        <dsp:cNvSpPr/>
      </dsp:nvSpPr>
      <dsp:spPr>
        <a:xfrm>
          <a:off x="5004879" y="1903730"/>
          <a:ext cx="2310315" cy="2883032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566" tIns="182566" rIns="182566" bIns="365133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noProof="1"/>
            <a:t>The system is considered "broken" if either condition is met:</a:t>
          </a:r>
          <a:endParaRPr lang="en-US" sz="1500" kern="1200" noProof="1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noProof="1"/>
            <a:t>Latency Timeout:</a:t>
          </a:r>
          <a:r>
            <a:rPr lang="en-US" sz="1200" b="0" i="0" kern="1200" baseline="0" noProof="1"/>
            <a:t> P99 &gt; 2000 (Client stops waiting).</a:t>
          </a:r>
          <a:endParaRPr lang="en-US" sz="1200" kern="1200" noProof="1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baseline="0" noProof="1"/>
            <a:t>Service Collapse:</a:t>
          </a:r>
          <a:r>
            <a:rPr lang="en-US" sz="1200" b="0" i="0" kern="1200" baseline="0" noProof="1"/>
            <a:t> Error Rate &gt; 5% (Connection Refused / Dropped packets).</a:t>
          </a:r>
          <a:endParaRPr lang="en-US" sz="1200" kern="1200" noProof="1"/>
        </a:p>
      </dsp:txBody>
      <dsp:txXfrm>
        <a:off x="5004879" y="1903730"/>
        <a:ext cx="2310315" cy="28830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5CE04-7F75-4826-A3A6-50E0FA50D913}">
      <dsp:nvSpPr>
        <dsp:cNvPr id="0" name=""/>
        <dsp:cNvSpPr/>
      </dsp:nvSpPr>
      <dsp:spPr>
        <a:xfrm>
          <a:off x="0" y="289481"/>
          <a:ext cx="8409546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2674" tIns="374904" rIns="65267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 noProof="1"/>
            <a:t>Implement to find the optimal number of </a:t>
          </a:r>
          <a:r>
            <a:rPr lang="en-US" sz="1800" b="1" i="0" kern="1200" baseline="0" noProof="1"/>
            <a:t>Latent Factors, Learning Rate, and Regularization</a:t>
          </a:r>
          <a:r>
            <a:rPr lang="en-US" sz="1800" b="1" kern="1200" noProof="1"/>
            <a:t>.</a:t>
          </a:r>
        </a:p>
      </dsp:txBody>
      <dsp:txXfrm>
        <a:off x="0" y="289481"/>
        <a:ext cx="8409546" cy="1020600"/>
      </dsp:txXfrm>
    </dsp:sp>
    <dsp:sp modelId="{FC33D3BD-A45A-4F71-A571-18A1210F9703}">
      <dsp:nvSpPr>
        <dsp:cNvPr id="0" name=""/>
        <dsp:cNvSpPr/>
      </dsp:nvSpPr>
      <dsp:spPr>
        <a:xfrm>
          <a:off x="420477" y="23801"/>
          <a:ext cx="5886682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503" tIns="0" rIns="22250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noProof="1"/>
            <a:t>Hyperparameter Fine-Tuning</a:t>
          </a:r>
          <a:endParaRPr lang="en-US" sz="1800" kern="1200" noProof="1"/>
        </a:p>
      </dsp:txBody>
      <dsp:txXfrm>
        <a:off x="446416" y="49740"/>
        <a:ext cx="5834804" cy="479482"/>
      </dsp:txXfrm>
    </dsp:sp>
    <dsp:sp modelId="{A4888945-58CD-40F8-8AFB-940848F69887}">
      <dsp:nvSpPr>
        <dsp:cNvPr id="0" name=""/>
        <dsp:cNvSpPr/>
      </dsp:nvSpPr>
      <dsp:spPr>
        <a:xfrm>
          <a:off x="0" y="1672961"/>
          <a:ext cx="8409546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2674" tIns="374904" rIns="65267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 noProof="1"/>
            <a:t>Explore </a:t>
          </a:r>
          <a:r>
            <a:rPr lang="en-US" sz="1800" b="1" i="0" kern="1200" baseline="0" noProof="1"/>
            <a:t>Spawn Blocking</a:t>
          </a:r>
          <a:r>
            <a:rPr lang="en-US" sz="1800" kern="1200" noProof="1"/>
            <a:t>.</a:t>
          </a:r>
        </a:p>
      </dsp:txBody>
      <dsp:txXfrm>
        <a:off x="0" y="1672961"/>
        <a:ext cx="8409546" cy="765450"/>
      </dsp:txXfrm>
    </dsp:sp>
    <dsp:sp modelId="{70B7C380-B1A3-4DAA-BE45-539835BF0C2E}">
      <dsp:nvSpPr>
        <dsp:cNvPr id="0" name=""/>
        <dsp:cNvSpPr/>
      </dsp:nvSpPr>
      <dsp:spPr>
        <a:xfrm>
          <a:off x="420477" y="1407281"/>
          <a:ext cx="5886682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503" tIns="0" rIns="22250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noProof="1"/>
            <a:t>Concurrency Architecture Exploration</a:t>
          </a:r>
          <a:endParaRPr lang="en-US" sz="1800" kern="1200" noProof="1"/>
        </a:p>
      </dsp:txBody>
      <dsp:txXfrm>
        <a:off x="446416" y="1433220"/>
        <a:ext cx="5834804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23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5162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8959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979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719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629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14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961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28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44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1116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981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879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966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6452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15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556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D7B20B0-53B3-4EE3-8A10-192FFABE28CE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5B7B765-2AA5-4C80-AF73-697637C3666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9301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731538-2629-5BC1-8A01-2A6A6D7D3B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1"/>
              <a:t>Recommender system based on Matrix factorization and bpr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2BEA99F-3B03-011C-48B2-4A89000685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/>
              <a:t>From Python to Rust</a:t>
            </a:r>
          </a:p>
        </p:txBody>
      </p:sp>
    </p:spTree>
    <p:extLst>
      <p:ext uri="{BB962C8B-B14F-4D97-AF65-F5344CB8AC3E}">
        <p14:creationId xmlns:p14="http://schemas.microsoft.com/office/powerpoint/2010/main" val="3677341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1EDEC680-CC1D-9616-908B-C8926B3526D2}"/>
              </a:ext>
            </a:extLst>
          </p:cNvPr>
          <p:cNvSpPr txBox="1">
            <a:spLocks/>
          </p:cNvSpPr>
          <p:nvPr/>
        </p:nvSpPr>
        <p:spPr>
          <a:xfrm>
            <a:off x="684212" y="4799010"/>
            <a:ext cx="9269412" cy="115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noProof="1">
                <a:solidFill>
                  <a:srgbClr val="FFFFFF"/>
                </a:solidFill>
              </a:rPr>
              <a:t>The architecture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E8FF465-7E4F-4CBD-3DCE-62202B08B897}"/>
              </a:ext>
            </a:extLst>
          </p:cNvPr>
          <p:cNvGrpSpPr/>
          <p:nvPr/>
        </p:nvGrpSpPr>
        <p:grpSpPr>
          <a:xfrm>
            <a:off x="684212" y="809805"/>
            <a:ext cx="10369182" cy="3364170"/>
            <a:chOff x="684212" y="809805"/>
            <a:chExt cx="10369182" cy="3364170"/>
          </a:xfrm>
        </p:grpSpPr>
        <p:sp>
          <p:nvSpPr>
            <p:cNvPr id="14" name="Rettangolo 13" descr="Single gear">
              <a:extLst>
                <a:ext uri="{FF2B5EF4-FFF2-40B4-BE49-F238E27FC236}">
                  <a16:creationId xmlns:a16="http://schemas.microsoft.com/office/drawing/2014/main" id="{950A54E0-6AF3-C50B-329B-DB4FD4438162}"/>
                </a:ext>
              </a:extLst>
            </p:cNvPr>
            <p:cNvSpPr/>
            <p:nvPr/>
          </p:nvSpPr>
          <p:spPr>
            <a:xfrm>
              <a:off x="1138607" y="809805"/>
              <a:ext cx="743554" cy="743554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1">
                <a:solidFill>
                  <a:schemeClr val="accent1"/>
                </a:solidFill>
              </a:endParaRPr>
            </a:p>
          </p:txBody>
        </p:sp>
        <p:sp>
          <p:nvSpPr>
            <p:cNvPr id="15" name="Figura a mano libera: forma 14">
              <a:extLst>
                <a:ext uri="{FF2B5EF4-FFF2-40B4-BE49-F238E27FC236}">
                  <a16:creationId xmlns:a16="http://schemas.microsoft.com/office/drawing/2014/main" id="{F70D7250-15B4-4202-2336-8528C7F64357}"/>
                </a:ext>
              </a:extLst>
            </p:cNvPr>
            <p:cNvSpPr/>
            <p:nvPr/>
          </p:nvSpPr>
          <p:spPr>
            <a:xfrm>
              <a:off x="684212" y="2055802"/>
              <a:ext cx="1652343" cy="2103523"/>
            </a:xfrm>
            <a:custGeom>
              <a:avLst/>
              <a:gdLst>
                <a:gd name="csX0" fmla="*/ 0 w 1652343"/>
                <a:gd name="csY0" fmla="*/ 0 h 2103523"/>
                <a:gd name="csX1" fmla="*/ 1652343 w 1652343"/>
                <a:gd name="csY1" fmla="*/ 0 h 2103523"/>
                <a:gd name="csX2" fmla="*/ 1652343 w 1652343"/>
                <a:gd name="csY2" fmla="*/ 2103523 h 2103523"/>
                <a:gd name="csX3" fmla="*/ 0 w 1652343"/>
                <a:gd name="csY3" fmla="*/ 2103523 h 2103523"/>
                <a:gd name="csX4" fmla="*/ 0 w 1652343"/>
                <a:gd name="csY4" fmla="*/ 0 h 21035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52343" h="2103523">
                  <a:moveTo>
                    <a:pt x="0" y="0"/>
                  </a:moveTo>
                  <a:lnTo>
                    <a:pt x="1652343" y="0"/>
                  </a:lnTo>
                  <a:lnTo>
                    <a:pt x="1652343" y="2103523"/>
                  </a:lnTo>
                  <a:lnTo>
                    <a:pt x="0" y="21035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noProof="1">
                  <a:solidFill>
                    <a:schemeClr val="tx1"/>
                  </a:solidFill>
                </a:rPr>
                <a:t>Hybrid Workflow: Development in both languages.</a:t>
              </a:r>
            </a:p>
          </p:txBody>
        </p:sp>
        <p:sp>
          <p:nvSpPr>
            <p:cNvPr id="16" name="Rettangolo 15" descr="Programmatore">
              <a:extLst>
                <a:ext uri="{FF2B5EF4-FFF2-40B4-BE49-F238E27FC236}">
                  <a16:creationId xmlns:a16="http://schemas.microsoft.com/office/drawing/2014/main" id="{42295E22-74E5-26B8-7E46-F50EF9F2B286}"/>
                </a:ext>
              </a:extLst>
            </p:cNvPr>
            <p:cNvSpPr/>
            <p:nvPr/>
          </p:nvSpPr>
          <p:spPr>
            <a:xfrm>
              <a:off x="3882714" y="821616"/>
              <a:ext cx="743554" cy="743554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1"/>
            </a:p>
          </p:txBody>
        </p:sp>
        <p:sp>
          <p:nvSpPr>
            <p:cNvPr id="17" name="Figura a mano libera: forma 16">
              <a:extLst>
                <a:ext uri="{FF2B5EF4-FFF2-40B4-BE49-F238E27FC236}">
                  <a16:creationId xmlns:a16="http://schemas.microsoft.com/office/drawing/2014/main" id="{CFC6B477-7BBE-D0FF-E093-FCC205CB6B2A}"/>
                </a:ext>
              </a:extLst>
            </p:cNvPr>
            <p:cNvSpPr/>
            <p:nvPr/>
          </p:nvSpPr>
          <p:spPr>
            <a:xfrm>
              <a:off x="3130005" y="2070452"/>
              <a:ext cx="2248972" cy="2103523"/>
            </a:xfrm>
            <a:custGeom>
              <a:avLst/>
              <a:gdLst>
                <a:gd name="csX0" fmla="*/ 0 w 1652343"/>
                <a:gd name="csY0" fmla="*/ 0 h 2103523"/>
                <a:gd name="csX1" fmla="*/ 1652343 w 1652343"/>
                <a:gd name="csY1" fmla="*/ 0 h 2103523"/>
                <a:gd name="csX2" fmla="*/ 1652343 w 1652343"/>
                <a:gd name="csY2" fmla="*/ 2103523 h 2103523"/>
                <a:gd name="csX3" fmla="*/ 0 w 1652343"/>
                <a:gd name="csY3" fmla="*/ 2103523 h 2103523"/>
                <a:gd name="csX4" fmla="*/ 0 w 1652343"/>
                <a:gd name="csY4" fmla="*/ 0 h 21035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52343" h="2103523">
                  <a:moveTo>
                    <a:pt x="0" y="0"/>
                  </a:moveTo>
                  <a:lnTo>
                    <a:pt x="1652343" y="0"/>
                  </a:lnTo>
                  <a:lnTo>
                    <a:pt x="1652343" y="2103523"/>
                  </a:lnTo>
                  <a:lnTo>
                    <a:pt x="0" y="21035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noProof="1">
                  <a:solidFill>
                    <a:schemeClr val="tx1"/>
                  </a:solidFill>
                </a:rPr>
                <a:t>Python (Training): Used for data analysis, rapid prototyping, and model training using PyTorch.</a:t>
              </a:r>
            </a:p>
          </p:txBody>
        </p:sp>
        <p:sp>
          <p:nvSpPr>
            <p:cNvPr id="18" name="Rettangolo 17" descr="Bridge scene">
              <a:extLst>
                <a:ext uri="{FF2B5EF4-FFF2-40B4-BE49-F238E27FC236}">
                  <a16:creationId xmlns:a16="http://schemas.microsoft.com/office/drawing/2014/main" id="{68BDEFB0-96F9-1C07-514F-918BD894ECFC}"/>
                </a:ext>
              </a:extLst>
            </p:cNvPr>
            <p:cNvSpPr/>
            <p:nvPr/>
          </p:nvSpPr>
          <p:spPr>
            <a:xfrm>
              <a:off x="6869079" y="823327"/>
              <a:ext cx="743554" cy="743554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1"/>
            </a:p>
          </p:txBody>
        </p:sp>
        <p:sp>
          <p:nvSpPr>
            <p:cNvPr id="19" name="Figura a mano libera: forma 18">
              <a:extLst>
                <a:ext uri="{FF2B5EF4-FFF2-40B4-BE49-F238E27FC236}">
                  <a16:creationId xmlns:a16="http://schemas.microsoft.com/office/drawing/2014/main" id="{9629353A-96DA-566D-4EF2-5F3EDFA9EF7C}"/>
                </a:ext>
              </a:extLst>
            </p:cNvPr>
            <p:cNvSpPr/>
            <p:nvPr/>
          </p:nvSpPr>
          <p:spPr>
            <a:xfrm>
              <a:off x="6096000" y="2067613"/>
              <a:ext cx="2248971" cy="2103523"/>
            </a:xfrm>
            <a:custGeom>
              <a:avLst/>
              <a:gdLst>
                <a:gd name="csX0" fmla="*/ 0 w 1652343"/>
                <a:gd name="csY0" fmla="*/ 0 h 2103523"/>
                <a:gd name="csX1" fmla="*/ 1652343 w 1652343"/>
                <a:gd name="csY1" fmla="*/ 0 h 2103523"/>
                <a:gd name="csX2" fmla="*/ 1652343 w 1652343"/>
                <a:gd name="csY2" fmla="*/ 2103523 h 2103523"/>
                <a:gd name="csX3" fmla="*/ 0 w 1652343"/>
                <a:gd name="csY3" fmla="*/ 2103523 h 2103523"/>
                <a:gd name="csX4" fmla="*/ 0 w 1652343"/>
                <a:gd name="csY4" fmla="*/ 0 h 21035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52343" h="2103523">
                  <a:moveTo>
                    <a:pt x="0" y="0"/>
                  </a:moveTo>
                  <a:lnTo>
                    <a:pt x="1652343" y="0"/>
                  </a:lnTo>
                  <a:lnTo>
                    <a:pt x="1652343" y="2103523"/>
                  </a:lnTo>
                  <a:lnTo>
                    <a:pt x="0" y="21035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noProof="1">
                  <a:solidFill>
                    <a:schemeClr val="tx1"/>
                  </a:solidFill>
                </a:rPr>
                <a:t>ONNX (The Bridge): Open Neural Network Exchange format for interoperability. </a:t>
              </a:r>
            </a:p>
          </p:txBody>
        </p:sp>
        <p:sp>
          <p:nvSpPr>
            <p:cNvPr id="20" name="Rettangolo 19" descr="Processore">
              <a:extLst>
                <a:ext uri="{FF2B5EF4-FFF2-40B4-BE49-F238E27FC236}">
                  <a16:creationId xmlns:a16="http://schemas.microsoft.com/office/drawing/2014/main" id="{D91C24AF-63B4-C870-1845-B4F1E06EE920}"/>
                </a:ext>
              </a:extLst>
            </p:cNvPr>
            <p:cNvSpPr/>
            <p:nvPr/>
          </p:nvSpPr>
          <p:spPr>
            <a:xfrm>
              <a:off x="9510611" y="821616"/>
              <a:ext cx="743554" cy="743554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1"/>
            </a:p>
          </p:txBody>
        </p:sp>
        <p:sp>
          <p:nvSpPr>
            <p:cNvPr id="21" name="Figura a mano libera: forma 20">
              <a:extLst>
                <a:ext uri="{FF2B5EF4-FFF2-40B4-BE49-F238E27FC236}">
                  <a16:creationId xmlns:a16="http://schemas.microsoft.com/office/drawing/2014/main" id="{AFF746A0-3377-05D5-EB13-6FF2428357B2}"/>
                </a:ext>
              </a:extLst>
            </p:cNvPr>
            <p:cNvSpPr/>
            <p:nvPr/>
          </p:nvSpPr>
          <p:spPr>
            <a:xfrm>
              <a:off x="8711382" y="2067613"/>
              <a:ext cx="2342012" cy="2103523"/>
            </a:xfrm>
            <a:custGeom>
              <a:avLst/>
              <a:gdLst>
                <a:gd name="csX0" fmla="*/ 0 w 1652343"/>
                <a:gd name="csY0" fmla="*/ 0 h 2103523"/>
                <a:gd name="csX1" fmla="*/ 1652343 w 1652343"/>
                <a:gd name="csY1" fmla="*/ 0 h 2103523"/>
                <a:gd name="csX2" fmla="*/ 1652343 w 1652343"/>
                <a:gd name="csY2" fmla="*/ 2103523 h 2103523"/>
                <a:gd name="csX3" fmla="*/ 0 w 1652343"/>
                <a:gd name="csY3" fmla="*/ 2103523 h 2103523"/>
                <a:gd name="csX4" fmla="*/ 0 w 1652343"/>
                <a:gd name="csY4" fmla="*/ 0 h 21035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52343" h="2103523">
                  <a:moveTo>
                    <a:pt x="0" y="0"/>
                  </a:moveTo>
                  <a:lnTo>
                    <a:pt x="1652343" y="0"/>
                  </a:lnTo>
                  <a:lnTo>
                    <a:pt x="1652343" y="2103523"/>
                  </a:lnTo>
                  <a:lnTo>
                    <a:pt x="0" y="21035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noProof="1">
                  <a:solidFill>
                    <a:schemeClr val="tx1"/>
                  </a:solidFill>
                </a:rPr>
                <a:t>Rust (i</a:t>
              </a:r>
              <a:r>
                <a:rPr lang="en-US" sz="1600" kern="1200" noProof="1">
                  <a:solidFill>
                    <a:schemeClr val="tx1"/>
                  </a:solidFill>
                </a:rPr>
                <a:t>nference</a:t>
              </a:r>
              <a:r>
                <a:rPr lang="en-US" sz="1600" noProof="1">
                  <a:solidFill>
                    <a:schemeClr val="tx1"/>
                  </a:solidFill>
                </a:rPr>
                <a:t>)</a:t>
              </a:r>
              <a:r>
                <a:rPr lang="en-US" sz="1600" kern="1200" noProof="1">
                  <a:solidFill>
                    <a:schemeClr val="tx1"/>
                  </a:solidFill>
                </a:rPr>
                <a:t> and concurrent scenario: High-performance, concurrent web server for real-time recommendations.</a:t>
              </a:r>
            </a:p>
          </p:txBody>
        </p:sp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B453881-8C00-58FA-2F2D-1B86EAF9CF6E}"/>
              </a:ext>
            </a:extLst>
          </p:cNvPr>
          <p:cNvSpPr txBox="1"/>
          <p:nvPr/>
        </p:nvSpPr>
        <p:spPr>
          <a:xfrm>
            <a:off x="6567948" y="452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86493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DE1B8E6A-820E-0D24-1FDB-FCBBF504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930" y="87877"/>
            <a:ext cx="3043896" cy="2189656"/>
          </a:xfrm>
        </p:spPr>
        <p:txBody>
          <a:bodyPr>
            <a:normAutofit/>
          </a:bodyPr>
          <a:lstStyle/>
          <a:p>
            <a:r>
              <a:rPr lang="en-US" sz="3100" noProof="1">
                <a:solidFill>
                  <a:srgbClr val="FFFFFF"/>
                </a:solidFill>
              </a:rPr>
              <a:t>Model development in python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791CE84-D44F-09D8-D5C3-D06003241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032286"/>
              </p:ext>
            </p:extLst>
          </p:nvPr>
        </p:nvGraphicFramePr>
        <p:xfrm>
          <a:off x="940645" y="941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774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74EAAF-991F-DB0D-52AB-80F71E5D7E4B}"/>
              </a:ext>
            </a:extLst>
          </p:cNvPr>
          <p:cNvSpPr txBox="1">
            <a:spLocks/>
          </p:cNvSpPr>
          <p:nvPr/>
        </p:nvSpPr>
        <p:spPr>
          <a:xfrm>
            <a:off x="694044" y="2022987"/>
            <a:ext cx="3747111" cy="23523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noProof="1"/>
              <a:t>Model development in rust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103F6E-A40B-07A5-F653-DDE7F39303FF}"/>
              </a:ext>
            </a:extLst>
          </p:cNvPr>
          <p:cNvSpPr txBox="1">
            <a:spLocks/>
          </p:cNvSpPr>
          <p:nvPr/>
        </p:nvSpPr>
        <p:spPr>
          <a:xfrm>
            <a:off x="4989794" y="2022987"/>
            <a:ext cx="6288260" cy="315861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noProof="1">
                <a:solidFill>
                  <a:schemeClr val="tx1"/>
                </a:solidFill>
              </a:rPr>
              <a:t>The same model was developped in Rust using Candle, with the same parameters and the way to handle the data before the training.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noProof="1">
                <a:solidFill>
                  <a:schemeClr val="tx1"/>
                </a:solidFill>
              </a:rPr>
              <a:t>Three main vectors:</a:t>
            </a:r>
          </a:p>
          <a:p>
            <a:r>
              <a:rPr lang="en-US" noProof="1">
                <a:solidFill>
                  <a:schemeClr val="tx1"/>
                </a:solidFill>
              </a:rPr>
              <a:t>Users</a:t>
            </a:r>
          </a:p>
          <a:p>
            <a:r>
              <a:rPr lang="en-US" noProof="1">
                <a:solidFill>
                  <a:schemeClr val="tx1"/>
                </a:solidFill>
              </a:rPr>
              <a:t>Items</a:t>
            </a:r>
          </a:p>
          <a:p>
            <a:r>
              <a:rPr lang="en-US" noProof="1">
                <a:solidFill>
                  <a:schemeClr val="tx1"/>
                </a:solidFill>
              </a:rPr>
              <a:t>Interactions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072DFBB-28FC-1F7D-82BA-657936A1507F}"/>
              </a:ext>
            </a:extLst>
          </p:cNvPr>
          <p:cNvCxnSpPr/>
          <p:nvPr/>
        </p:nvCxnSpPr>
        <p:spPr>
          <a:xfrm>
            <a:off x="4739148" y="1877961"/>
            <a:ext cx="0" cy="2989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386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BFFCFC-CD62-9859-5072-B4FD2E8B6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US" noProof="1"/>
              <a:t>Model Export &amp; Interoperability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9B91B86-48E3-5FD4-32DE-9457F3A47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693771"/>
              </p:ext>
            </p:extLst>
          </p:nvPr>
        </p:nvGraphicFramePr>
        <p:xfrm>
          <a:off x="684212" y="685800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3750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5F56E8-7C90-1E8D-AA9F-2ED044AA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US" noProof="1"/>
              <a:t>Data Consistency &amp; Sanity Checks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F878AD2E-1107-31CA-82E2-2C2D9D228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729721"/>
              </p:ext>
            </p:extLst>
          </p:nvPr>
        </p:nvGraphicFramePr>
        <p:xfrm>
          <a:off x="684212" y="685800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2006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Carattere">
            <a:extLst>
              <a:ext uri="{FF2B5EF4-FFF2-40B4-BE49-F238E27FC236}">
                <a16:creationId xmlns:a16="http://schemas.microsoft.com/office/drawing/2014/main" id="{BBB5027C-EA9E-4300-E9AA-C01217D21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75" y="671441"/>
            <a:ext cx="6607113" cy="5220152"/>
          </a:xfrm>
          <a:prstGeom prst="rect">
            <a:avLst/>
          </a:prstGeom>
        </p:spPr>
      </p:pic>
      <p:sp>
        <p:nvSpPr>
          <p:cNvPr id="4" name="Titolo 1">
            <a:extLst>
              <a:ext uri="{FF2B5EF4-FFF2-40B4-BE49-F238E27FC236}">
                <a16:creationId xmlns:a16="http://schemas.microsoft.com/office/drawing/2014/main" id="{DB2525CA-4D96-647B-B11D-364BA563F9DD}"/>
              </a:ext>
            </a:extLst>
          </p:cNvPr>
          <p:cNvSpPr txBox="1">
            <a:spLocks/>
          </p:cNvSpPr>
          <p:nvPr/>
        </p:nvSpPr>
        <p:spPr>
          <a:xfrm>
            <a:off x="7792935" y="810067"/>
            <a:ext cx="3917285" cy="217893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noProof="1"/>
              <a:t>Data Consistency &amp; Sanity Checks</a:t>
            </a:r>
          </a:p>
        </p:txBody>
      </p:sp>
    </p:spTree>
    <p:extLst>
      <p:ext uri="{BB962C8B-B14F-4D97-AF65-F5344CB8AC3E}">
        <p14:creationId xmlns:p14="http://schemas.microsoft.com/office/powerpoint/2010/main" val="300850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211C38-FE72-D7CC-8183-6F995FE5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Inference TIME AND HIT RATIO (ml-latest-small dataset)</a:t>
            </a:r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AE106252-1D72-1761-A48D-F4D63CD8A6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576389"/>
              </p:ext>
            </p:extLst>
          </p:nvPr>
        </p:nvGraphicFramePr>
        <p:xfrm>
          <a:off x="684212" y="685800"/>
          <a:ext cx="4136266" cy="3588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Segnaposto contenuto 7">
            <a:extLst>
              <a:ext uri="{FF2B5EF4-FFF2-40B4-BE49-F238E27FC236}">
                <a16:creationId xmlns:a16="http://schemas.microsoft.com/office/drawing/2014/main" id="{33573CDA-BE48-0BFB-F48F-D48BF36CFE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1221934"/>
              </p:ext>
            </p:extLst>
          </p:nvPr>
        </p:nvGraphicFramePr>
        <p:xfrm>
          <a:off x="5565913" y="685799"/>
          <a:ext cx="4303644" cy="3588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74754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DB1305-B903-7722-4E3B-239ED2FA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Latency reporting (latest-small dataset)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EBF57C8A-6900-FD8F-DF38-6DF646121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495845"/>
              </p:ext>
            </p:extLst>
          </p:nvPr>
        </p:nvGraphicFramePr>
        <p:xfrm>
          <a:off x="684213" y="685800"/>
          <a:ext cx="8534400" cy="361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08963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AF00F-D467-9435-02A1-DAA84A735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111E9B-A4CF-80D1-6FE7-6D7E7107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Inference and training time (ml-1m-csv dataset)</a:t>
            </a:r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B707DEAA-0174-8444-D3D1-2A863F798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049428"/>
              </p:ext>
            </p:extLst>
          </p:nvPr>
        </p:nvGraphicFramePr>
        <p:xfrm>
          <a:off x="684212" y="685800"/>
          <a:ext cx="4136266" cy="3588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Segnaposto contenuto 7">
            <a:extLst>
              <a:ext uri="{FF2B5EF4-FFF2-40B4-BE49-F238E27FC236}">
                <a16:creationId xmlns:a16="http://schemas.microsoft.com/office/drawing/2014/main" id="{D180C610-01E7-A2E9-735E-1BA0CCC4CC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6064882"/>
              </p:ext>
            </p:extLst>
          </p:nvPr>
        </p:nvGraphicFramePr>
        <p:xfrm>
          <a:off x="5565913" y="685799"/>
          <a:ext cx="4303644" cy="3588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20728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E021F-F071-E8A6-C5A1-B6DD8338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5FA942-95AE-584A-1BB6-1FB2FB9B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Latency reporting (ml-1m-csv dataset)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5F2A9ED2-B6F4-1904-FA87-9E9ED96331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2448258"/>
              </p:ext>
            </p:extLst>
          </p:nvPr>
        </p:nvGraphicFramePr>
        <p:xfrm>
          <a:off x="684213" y="685800"/>
          <a:ext cx="8534400" cy="361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226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AF670-6B7C-AFDB-158E-CB63003A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US" noProof="1"/>
              <a:t>Production Server in Rust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6C62346-D787-6B78-C030-B598CD54DF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553643"/>
              </p:ext>
            </p:extLst>
          </p:nvPr>
        </p:nvGraphicFramePr>
        <p:xfrm>
          <a:off x="684212" y="685800"/>
          <a:ext cx="108203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517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2161-2678-85A1-6BB9-F2E1BE47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7FFB6B-E9CB-A185-96FF-594AD27C736C}"/>
              </a:ext>
            </a:extLst>
          </p:cNvPr>
          <p:cNvSpPr txBox="1">
            <a:spLocks/>
          </p:cNvSpPr>
          <p:nvPr/>
        </p:nvSpPr>
        <p:spPr>
          <a:xfrm>
            <a:off x="694044" y="2022987"/>
            <a:ext cx="3747111" cy="23523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noProof="1"/>
              <a:t>Handling Concurrency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616A74-1289-EC8A-B7FE-FCD9D16A131A}"/>
              </a:ext>
            </a:extLst>
          </p:cNvPr>
          <p:cNvSpPr txBox="1">
            <a:spLocks/>
          </p:cNvSpPr>
          <p:nvPr/>
        </p:nvSpPr>
        <p:spPr>
          <a:xfrm>
            <a:off x="4989795" y="1253613"/>
            <a:ext cx="6828580" cy="315861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noProof="1">
                <a:solidFill>
                  <a:schemeClr val="tx1"/>
                </a:solidFill>
                <a:latin typeface="Google Sans Text"/>
              </a:rPr>
              <a:t> The Challenge:</a:t>
            </a:r>
            <a:r>
              <a:rPr lang="en-US" sz="1800" noProof="1">
                <a:solidFill>
                  <a:schemeClr val="tx1"/>
                </a:solidFill>
                <a:latin typeface="Google Sans Text"/>
              </a:rPr>
              <a:t> How to handle a concurrent scenario.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noProof="1">
              <a:solidFill>
                <a:schemeClr val="tx1"/>
              </a:solidFill>
              <a:latin typeface="Google Sans Tex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noProof="1">
                <a:solidFill>
                  <a:schemeClr val="tx1"/>
                </a:solidFill>
                <a:latin typeface="Google Sans Text"/>
              </a:rPr>
              <a:t> The Solution:</a:t>
            </a:r>
            <a:r>
              <a:rPr lang="en-US" sz="1800" noProof="1">
                <a:solidFill>
                  <a:schemeClr val="tx1"/>
                </a:solidFill>
                <a:latin typeface="Google Sans Text"/>
              </a:rPr>
              <a:t> Implemented an </a:t>
            </a:r>
            <a:r>
              <a:rPr lang="en-US" sz="1800" b="1" noProof="1">
                <a:solidFill>
                  <a:schemeClr val="tx1"/>
                </a:solidFill>
                <a:latin typeface="Google Sans Text"/>
              </a:rPr>
              <a:t>Object Pool Pattern</a:t>
            </a:r>
            <a:r>
              <a:rPr lang="en-US" sz="1800" noProof="1">
                <a:solidFill>
                  <a:schemeClr val="tx1"/>
                </a:solidFill>
                <a:latin typeface="Google Sans Text"/>
              </a:rPr>
              <a:t> using async-channel</a:t>
            </a:r>
            <a:r>
              <a:rPr lang="en-US" sz="1400" noProof="1">
                <a:solidFill>
                  <a:schemeClr val="tx1"/>
                </a:solidFill>
                <a:latin typeface="Google Sans Text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noProof="1">
              <a:solidFill>
                <a:schemeClr val="tx1"/>
              </a:solidFill>
              <a:latin typeface="Google Sans Tex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noProof="1">
                <a:solidFill>
                  <a:schemeClr val="tx1"/>
                </a:solidFill>
                <a:latin typeface="Google Sans Text"/>
              </a:rPr>
              <a:t> How it works:</a:t>
            </a:r>
            <a:endParaRPr lang="en-US" sz="1800" noProof="1">
              <a:solidFill>
                <a:schemeClr val="tx1"/>
              </a:solidFill>
              <a:latin typeface="Google Sans Text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noProof="1">
                <a:solidFill>
                  <a:schemeClr val="tx1"/>
                </a:solidFill>
                <a:latin typeface="Google Sans Text"/>
              </a:rPr>
              <a:t> Created N worker sessions (matching CPU cores, in this case 8).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noProof="1">
                <a:solidFill>
                  <a:schemeClr val="tx1"/>
                </a:solidFill>
                <a:latin typeface="Google Sans Text"/>
              </a:rPr>
              <a:t> Requests "borrow" a session from the pool and return it after inference.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600" noProof="1">
              <a:solidFill>
                <a:schemeClr val="tx1"/>
              </a:solidFill>
              <a:latin typeface="Google Sans Tex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 noProof="1">
                <a:solidFill>
                  <a:schemeClr val="tx1"/>
                </a:solidFill>
                <a:latin typeface="Google Sans Text"/>
              </a:rPr>
              <a:t>Result:</a:t>
            </a:r>
            <a:r>
              <a:rPr lang="en-US" noProof="1">
                <a:solidFill>
                  <a:schemeClr val="tx1"/>
                </a:solidFill>
                <a:latin typeface="Google Sans Text"/>
              </a:rPr>
              <a:t> True parallelism without race conditions or locks.</a:t>
            </a:r>
            <a:endParaRPr lang="en-US" noProof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B6ED810D-0A7C-1A80-1E92-39CF1FEC9E27}"/>
              </a:ext>
            </a:extLst>
          </p:cNvPr>
          <p:cNvCxnSpPr/>
          <p:nvPr/>
        </p:nvCxnSpPr>
        <p:spPr>
          <a:xfrm>
            <a:off x="4778477" y="1253613"/>
            <a:ext cx="0" cy="2989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Elemento grafico 7" descr="Processore contorno">
            <a:extLst>
              <a:ext uri="{FF2B5EF4-FFF2-40B4-BE49-F238E27FC236}">
                <a16:creationId xmlns:a16="http://schemas.microsoft.com/office/drawing/2014/main" id="{84F6C973-EA9D-A5AE-3AC3-991AEB88F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7317" y="4755509"/>
            <a:ext cx="914400" cy="914400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A38D2C3D-988A-BBDA-139D-987F989BBF2B}"/>
              </a:ext>
            </a:extLst>
          </p:cNvPr>
          <p:cNvSpPr/>
          <p:nvPr/>
        </p:nvSpPr>
        <p:spPr>
          <a:xfrm>
            <a:off x="236844" y="5851806"/>
            <a:ext cx="914400" cy="59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1"/>
              <a:t>Request</a:t>
            </a: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971D8E18-34C5-231C-14BD-FC38CE1D79EF}"/>
              </a:ext>
            </a:extLst>
          </p:cNvPr>
          <p:cNvSpPr/>
          <p:nvPr/>
        </p:nvSpPr>
        <p:spPr>
          <a:xfrm>
            <a:off x="1302774" y="6063199"/>
            <a:ext cx="403122" cy="176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13" name="Elemento grafico 12" descr="Processore contorno">
            <a:extLst>
              <a:ext uri="{FF2B5EF4-FFF2-40B4-BE49-F238E27FC236}">
                <a16:creationId xmlns:a16="http://schemas.microsoft.com/office/drawing/2014/main" id="{450695F0-4711-97BA-0FDA-6E773EAF9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3035" y="4767798"/>
            <a:ext cx="914400" cy="914400"/>
          </a:xfrm>
          <a:prstGeom prst="rect">
            <a:avLst/>
          </a:prstGeom>
        </p:spPr>
      </p:pic>
      <p:pic>
        <p:nvPicPr>
          <p:cNvPr id="14" name="Elemento grafico 13" descr="Processore contorno">
            <a:extLst>
              <a:ext uri="{FF2B5EF4-FFF2-40B4-BE49-F238E27FC236}">
                <a16:creationId xmlns:a16="http://schemas.microsoft.com/office/drawing/2014/main" id="{47F9866A-4BCD-B12E-7868-4AB3A1106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4077" y="4767798"/>
            <a:ext cx="914400" cy="914400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B59EE4FA-7E68-06BA-6891-C54D36282259}"/>
              </a:ext>
            </a:extLst>
          </p:cNvPr>
          <p:cNvSpPr/>
          <p:nvPr/>
        </p:nvSpPr>
        <p:spPr>
          <a:xfrm>
            <a:off x="6563035" y="5851806"/>
            <a:ext cx="914400" cy="59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1"/>
              <a:t>Request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EC3E4D3-3DE1-8F21-DFB5-CE696FAD440B}"/>
              </a:ext>
            </a:extLst>
          </p:cNvPr>
          <p:cNvSpPr/>
          <p:nvPr/>
        </p:nvSpPr>
        <p:spPr>
          <a:xfrm>
            <a:off x="3864077" y="5851806"/>
            <a:ext cx="914400" cy="59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1"/>
              <a:t>Request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E9EEA141-3B1B-D1E8-FE9C-EC8141BF2EE2}"/>
              </a:ext>
            </a:extLst>
          </p:cNvPr>
          <p:cNvSpPr/>
          <p:nvPr/>
        </p:nvSpPr>
        <p:spPr>
          <a:xfrm>
            <a:off x="2513908" y="5851806"/>
            <a:ext cx="914400" cy="59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1"/>
              <a:t>Request</a:t>
            </a:r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9ADD2D9D-6391-8F2F-AE8D-6F85C300CDE1}"/>
              </a:ext>
            </a:extLst>
          </p:cNvPr>
          <p:cNvSpPr/>
          <p:nvPr/>
        </p:nvSpPr>
        <p:spPr>
          <a:xfrm rot="5400000">
            <a:off x="6933125" y="5642875"/>
            <a:ext cx="176981" cy="117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BED108C8-8B99-0803-E327-9CC0D307A42A}"/>
              </a:ext>
            </a:extLst>
          </p:cNvPr>
          <p:cNvSpPr/>
          <p:nvPr/>
        </p:nvSpPr>
        <p:spPr>
          <a:xfrm rot="5400000">
            <a:off x="2866026" y="5642875"/>
            <a:ext cx="176981" cy="117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717996AC-D143-A3CB-50BD-7AA537AC10BF}"/>
              </a:ext>
            </a:extLst>
          </p:cNvPr>
          <p:cNvSpPr/>
          <p:nvPr/>
        </p:nvSpPr>
        <p:spPr>
          <a:xfrm rot="5400000">
            <a:off x="4262129" y="5642876"/>
            <a:ext cx="176981" cy="1179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FC99168-BAF0-3F94-EF38-E850F195BE8C}"/>
              </a:ext>
            </a:extLst>
          </p:cNvPr>
          <p:cNvSpPr txBox="1"/>
          <p:nvPr/>
        </p:nvSpPr>
        <p:spPr>
          <a:xfrm>
            <a:off x="5463007" y="50059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1"/>
              <a:t>…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1934BF1-4B7C-143A-5A4A-5C0183A42458}"/>
              </a:ext>
            </a:extLst>
          </p:cNvPr>
          <p:cNvSpPr txBox="1"/>
          <p:nvPr/>
        </p:nvSpPr>
        <p:spPr>
          <a:xfrm>
            <a:off x="126609" y="4356595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1"/>
              <a:t>Requests queue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57BBC2C-06F1-4917-7916-61235B8CAB47}"/>
              </a:ext>
            </a:extLst>
          </p:cNvPr>
          <p:cNvSpPr txBox="1"/>
          <p:nvPr/>
        </p:nvSpPr>
        <p:spPr>
          <a:xfrm>
            <a:off x="2465756" y="4356783"/>
            <a:ext cx="859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1"/>
              <a:t>Workers</a:t>
            </a:r>
          </a:p>
        </p:txBody>
      </p:sp>
    </p:spTree>
    <p:extLst>
      <p:ext uri="{BB962C8B-B14F-4D97-AF65-F5344CB8AC3E}">
        <p14:creationId xmlns:p14="http://schemas.microsoft.com/office/powerpoint/2010/main" val="4648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039C77-0322-7968-DFCD-029E997A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Stress Testing &amp; Benchmarks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3B71698-3E7C-A05A-2962-3F9CE5640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208960"/>
              </p:ext>
            </p:extLst>
          </p:nvPr>
        </p:nvGraphicFramePr>
        <p:xfrm>
          <a:off x="684212" y="1400825"/>
          <a:ext cx="10190265" cy="2925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67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6270EFC7-7076-2FE4-439F-2A002919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661" y="941424"/>
            <a:ext cx="3043896" cy="3248611"/>
          </a:xfrm>
        </p:spPr>
        <p:txBody>
          <a:bodyPr>
            <a:normAutofit/>
          </a:bodyPr>
          <a:lstStyle/>
          <a:p>
            <a:r>
              <a:rPr lang="en-US" noProof="1">
                <a:solidFill>
                  <a:srgbClr val="FFFFFF"/>
                </a:solidFill>
              </a:rPr>
              <a:t>stress testing results</a:t>
            </a:r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AFD48FE9-2A59-ACA4-3631-F5E56A84C2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591325"/>
              </p:ext>
            </p:extLst>
          </p:nvPr>
        </p:nvGraphicFramePr>
        <p:xfrm>
          <a:off x="940645" y="941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818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45CC8112-D5CB-06AE-9CA6-A9D09145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661" y="1676400"/>
            <a:ext cx="3043896" cy="2513635"/>
          </a:xfrm>
        </p:spPr>
        <p:txBody>
          <a:bodyPr>
            <a:normAutofit/>
          </a:bodyPr>
          <a:lstStyle/>
          <a:p>
            <a:r>
              <a:rPr lang="en-US" noProof="1">
                <a:solidFill>
                  <a:srgbClr val="FFFFFF"/>
                </a:solidFill>
              </a:rPr>
              <a:t>Stress test limits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7351783-248C-5CAA-E9A3-4E9AC0561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407624"/>
              </p:ext>
            </p:extLst>
          </p:nvPr>
        </p:nvGraphicFramePr>
        <p:xfrm>
          <a:off x="940645" y="521110"/>
          <a:ext cx="7546414" cy="5928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3581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1AAB-BDAA-ED74-9CC2-C4EA8CC46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21" y="5175590"/>
            <a:ext cx="4733362" cy="1507067"/>
          </a:xfrm>
        </p:spPr>
        <p:txBody>
          <a:bodyPr/>
          <a:lstStyle/>
          <a:p>
            <a:r>
              <a:rPr lang="it-IT" dirty="0"/>
              <a:t>Break stress test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4F939F5-5F70-B16C-4909-E89DF83D86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214097"/>
              </p:ext>
            </p:extLst>
          </p:nvPr>
        </p:nvGraphicFramePr>
        <p:xfrm>
          <a:off x="684212" y="685800"/>
          <a:ext cx="9305361" cy="44897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4287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6DB7-815B-340C-80DA-500774B217B8}"/>
              </a:ext>
            </a:extLst>
          </p:cNvPr>
          <p:cNvSpPr txBox="1">
            <a:spLocks/>
          </p:cNvSpPr>
          <p:nvPr/>
        </p:nvSpPr>
        <p:spPr>
          <a:xfrm>
            <a:off x="202431" y="2537951"/>
            <a:ext cx="3747111" cy="17820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it-IT" dirty="0"/>
              <a:t>Breaking point </a:t>
            </a:r>
            <a:r>
              <a:rPr lang="it-IT" dirty="0" err="1"/>
              <a:t>analysis</a:t>
            </a:r>
            <a:endParaRPr lang="en-GB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88F219-778F-7F54-DEBD-D3FCCD81C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362" y="361334"/>
            <a:ext cx="6288260" cy="4892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The Breaking Point: 10,000 RPS</a:t>
            </a:r>
            <a:endParaRPr lang="en-US" altLang="en-US" sz="1700" dirty="0">
              <a:solidFill>
                <a:schemeClr val="tx1"/>
              </a:solidFill>
              <a:latin typeface="Google Sans Text"/>
            </a:endParaRP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Stable Zone:</a:t>
            </a:r>
            <a:r>
              <a:rPr lang="en-US" altLang="en-US" sz="1700" dirty="0">
                <a:solidFill>
                  <a:schemeClr val="tx1"/>
                </a:solidFill>
                <a:latin typeface="Google Sans Text"/>
              </a:rPr>
              <a:t> Up to 7500 RPS, the system maintained low latency (P99 &lt; 100ms) and 0% errors.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Saturation Zone:</a:t>
            </a:r>
            <a:r>
              <a:rPr lang="en-US" altLang="en-US" sz="1700" dirty="0">
                <a:solidFill>
                  <a:schemeClr val="tx1"/>
                </a:solidFill>
                <a:latin typeface="Google Sans Text"/>
              </a:rPr>
              <a:t> At 7,500 RPS, </a:t>
            </a: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Real RPS</a:t>
            </a:r>
            <a:r>
              <a:rPr lang="en-US" altLang="en-US" sz="1700" dirty="0">
                <a:solidFill>
                  <a:schemeClr val="tx1"/>
                </a:solidFill>
                <a:latin typeface="Google Sans Text"/>
              </a:rPr>
              <a:t> diverged from </a:t>
            </a: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Target RPS (3508/10000)</a:t>
            </a:r>
            <a:r>
              <a:rPr lang="en-US" altLang="en-US" sz="1700" dirty="0">
                <a:solidFill>
                  <a:schemeClr val="tx1"/>
                </a:solidFill>
                <a:latin typeface="Google Sans Text"/>
              </a:rPr>
              <a:t>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Root Cause: Queue Saturation</a:t>
            </a:r>
            <a:endParaRPr lang="en-US" altLang="en-US" sz="1700" dirty="0">
              <a:solidFill>
                <a:schemeClr val="tx1"/>
              </a:solidFill>
              <a:latin typeface="Google Sans Text"/>
            </a:endParaRP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Arrival Rate &gt; Processing Rate:</a:t>
            </a:r>
            <a:r>
              <a:rPr lang="en-US" altLang="en-US" sz="1700" dirty="0">
                <a:solidFill>
                  <a:schemeClr val="tx1"/>
                </a:solidFill>
                <a:latin typeface="Google Sans Text"/>
              </a:rPr>
              <a:t> The CPU could not compute recommendations fast enough to clear the incoming queue.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Resource Exhaustion:</a:t>
            </a:r>
            <a:r>
              <a:rPr lang="en-US" altLang="en-US" sz="1700" dirty="0">
                <a:solidFill>
                  <a:schemeClr val="tx1"/>
                </a:solidFill>
                <a:latin typeface="Google Sans Text"/>
              </a:rPr>
              <a:t> The OS eventually stopped accepting new TCP connections (Port Exhaustion/Backlog limit), triggering the &gt;5% error rate.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Conclusion</a:t>
            </a:r>
            <a:endParaRPr lang="en-US" altLang="en-US" sz="1700" dirty="0">
              <a:solidFill>
                <a:schemeClr val="tx1"/>
              </a:solidFill>
              <a:latin typeface="Google Sans Text"/>
            </a:endParaRP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Google Sans Text"/>
              </a:rPr>
              <a:t>Rust + Candle/ORT achieved extreme efficiency on a single node.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700" dirty="0">
                <a:solidFill>
                  <a:schemeClr val="tx1"/>
                </a:solidFill>
                <a:latin typeface="Google Sans Text"/>
              </a:rPr>
              <a:t>The bottleneck was </a:t>
            </a:r>
            <a:r>
              <a:rPr lang="en-US" altLang="en-US" sz="1700" b="1" dirty="0">
                <a:solidFill>
                  <a:schemeClr val="tx1"/>
                </a:solidFill>
                <a:latin typeface="Google Sans Text"/>
              </a:rPr>
              <a:t>computational throughput</a:t>
            </a:r>
            <a:r>
              <a:rPr lang="en-US" altLang="en-US" sz="1700" dirty="0">
                <a:solidFill>
                  <a:schemeClr val="tx1"/>
                </a:solidFill>
                <a:latin typeface="Google Sans Text"/>
              </a:rPr>
              <a:t>, not language overhead.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A6389E0-EB3C-0257-B43A-35062432F95F}"/>
              </a:ext>
            </a:extLst>
          </p:cNvPr>
          <p:cNvCxnSpPr/>
          <p:nvPr/>
        </p:nvCxnSpPr>
        <p:spPr>
          <a:xfrm>
            <a:off x="4247535" y="1469923"/>
            <a:ext cx="0" cy="2989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091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46EAB7-DA4C-E52F-4E4B-A54361C48E9D}"/>
              </a:ext>
            </a:extLst>
          </p:cNvPr>
          <p:cNvSpPr txBox="1">
            <a:spLocks/>
          </p:cNvSpPr>
          <p:nvPr/>
        </p:nvSpPr>
        <p:spPr>
          <a:xfrm>
            <a:off x="635052" y="685799"/>
            <a:ext cx="3747111" cy="153629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noProof="1"/>
              <a:t>Real-Time Testing Dashboard (HTML Client)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0F23783-DFC2-D7A3-CC13-5FC262EB0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62" y="685799"/>
            <a:ext cx="6288260" cy="4892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7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17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7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of user experience.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7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Implementation:</a:t>
            </a:r>
            <a:endParaRPr lang="en-US" sz="17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7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lightweight index.html single-page application.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5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vanilla JavaScript fetch API to query the Rust server asynchronously.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7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  <a:endParaRPr lang="en-US" sz="17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7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r>
              <a:rPr lang="en-US" sz="17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user enters a target </a:t>
            </a:r>
            <a:r>
              <a:rPr lang="en-US" sz="17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ID</a:t>
            </a:r>
            <a:r>
              <a:rPr lang="en-US" sz="17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7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Process:</a:t>
            </a:r>
            <a:r>
              <a:rPr lang="en-US" sz="17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browser sends a GET request to localhost:3000.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7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Visualization:</a:t>
            </a:r>
            <a:r>
              <a:rPr lang="en-US" sz="17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Renders the Top-10 Movie Recommendations and Server Inference Time in a clean, readable list.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17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Note:</a:t>
            </a:r>
            <a:r>
              <a:rPr lang="en-US" sz="17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Requires enabling </a:t>
            </a:r>
            <a:r>
              <a:rPr lang="en-US" sz="17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CORS (Cross-Origin Resource Sharing)</a:t>
            </a:r>
            <a:r>
              <a:rPr lang="en-US" sz="17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the Axum server to allow browser-based requests.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85F96112-EEDF-66A4-0520-8610CF0A8855}"/>
              </a:ext>
            </a:extLst>
          </p:cNvPr>
          <p:cNvCxnSpPr/>
          <p:nvPr/>
        </p:nvCxnSpPr>
        <p:spPr>
          <a:xfrm>
            <a:off x="4778477" y="1253613"/>
            <a:ext cx="0" cy="29890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Immagine 6" descr="Immagine che contiene testo, schermata, numero, Carattere">
            <a:extLst>
              <a:ext uri="{FF2B5EF4-FFF2-40B4-BE49-F238E27FC236}">
                <a16:creationId xmlns:a16="http://schemas.microsoft.com/office/drawing/2014/main" id="{63F6F105-AFE4-F09E-8DB6-04A6F701F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68" y="2143535"/>
            <a:ext cx="2955605" cy="448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5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4F9342-0F14-034C-0189-835FE236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Next Steps: Optimization &amp; Real-World Validation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C3C7605-2464-5761-F587-02FE9DD5D8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378247"/>
              </p:ext>
            </p:extLst>
          </p:nvPr>
        </p:nvGraphicFramePr>
        <p:xfrm>
          <a:off x="583729" y="1139562"/>
          <a:ext cx="8409546" cy="2462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3438592"/>
      </p:ext>
    </p:extLst>
  </p:cSld>
  <p:clrMapOvr>
    <a:masterClrMapping/>
  </p:clrMapOvr>
</p:sld>
</file>

<file path=ppt/theme/theme1.xml><?xml version="1.0" encoding="utf-8"?>
<a:theme xmlns:a="http://schemas.openxmlformats.org/drawingml/2006/main" name="Sezione">
  <a:themeElements>
    <a:clrScheme name="Sezion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zion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zion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261</TotalTime>
  <Words>1009</Words>
  <Application>Microsoft Office PowerPoint</Application>
  <PresentationFormat>Widescreen</PresentationFormat>
  <Paragraphs>138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Google Sans Text</vt:lpstr>
      <vt:lpstr>Wingdings 3</vt:lpstr>
      <vt:lpstr>Sezione</vt:lpstr>
      <vt:lpstr>Recommender system based on Matrix factorization and bpr</vt:lpstr>
      <vt:lpstr>PowerPoint Presentation</vt:lpstr>
      <vt:lpstr>Model development in python</vt:lpstr>
      <vt:lpstr>PowerPoint Presentation</vt:lpstr>
      <vt:lpstr>Model Export &amp; Interoperability</vt:lpstr>
      <vt:lpstr>Data Consistency &amp; Sanity Checks</vt:lpstr>
      <vt:lpstr>PowerPoint Presentation</vt:lpstr>
      <vt:lpstr>Inference TIME AND HIT RATIO (ml-latest-small dataset)</vt:lpstr>
      <vt:lpstr>Latency reporting (latest-small dataset)</vt:lpstr>
      <vt:lpstr>Inference and training time (ml-1m-csv dataset)</vt:lpstr>
      <vt:lpstr>Latency reporting (ml-1m-csv dataset)</vt:lpstr>
      <vt:lpstr>Production Server in Rust</vt:lpstr>
      <vt:lpstr>PowerPoint Presentation</vt:lpstr>
      <vt:lpstr>Stress Testing &amp; Benchmarks</vt:lpstr>
      <vt:lpstr>stress testing results</vt:lpstr>
      <vt:lpstr>Stress test limits</vt:lpstr>
      <vt:lpstr>Break stress test</vt:lpstr>
      <vt:lpstr>PowerPoint Presentation</vt:lpstr>
      <vt:lpstr>PowerPoint Presentation</vt:lpstr>
      <vt:lpstr>Next Steps: Optimization &amp; Real-World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Bognanni</dc:creator>
  <cp:lastModifiedBy>Matteo Bognanni</cp:lastModifiedBy>
  <cp:revision>29</cp:revision>
  <dcterms:created xsi:type="dcterms:W3CDTF">2026-01-24T08:49:18Z</dcterms:created>
  <dcterms:modified xsi:type="dcterms:W3CDTF">2026-02-12T16:43:12Z</dcterms:modified>
</cp:coreProperties>
</file>